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477487" y="1158862"/>
            <a:ext cx="1811020" cy="7962900"/>
          </a:xfrm>
          <a:custGeom>
            <a:avLst/>
            <a:gdLst/>
            <a:ahLst/>
            <a:cxnLst/>
            <a:rect l="l" t="t" r="r" b="b"/>
            <a:pathLst>
              <a:path w="1811019" h="7962900">
                <a:moveTo>
                  <a:pt x="1585633" y="7962900"/>
                </a:moveTo>
                <a:lnTo>
                  <a:pt x="1569631" y="7950200"/>
                </a:lnTo>
                <a:lnTo>
                  <a:pt x="1535633" y="7912100"/>
                </a:lnTo>
                <a:lnTo>
                  <a:pt x="1503641" y="7874000"/>
                </a:lnTo>
                <a:lnTo>
                  <a:pt x="1473606" y="7848600"/>
                </a:lnTo>
                <a:lnTo>
                  <a:pt x="1440510" y="7810500"/>
                </a:lnTo>
                <a:lnTo>
                  <a:pt x="1411008" y="7772400"/>
                </a:lnTo>
                <a:lnTo>
                  <a:pt x="1378521" y="7734300"/>
                </a:lnTo>
                <a:lnTo>
                  <a:pt x="1347952" y="7696200"/>
                </a:lnTo>
                <a:lnTo>
                  <a:pt x="1319288" y="7670800"/>
                </a:lnTo>
                <a:lnTo>
                  <a:pt x="1289291" y="7632700"/>
                </a:lnTo>
                <a:lnTo>
                  <a:pt x="1258036" y="7594600"/>
                </a:lnTo>
                <a:lnTo>
                  <a:pt x="1230198" y="7556500"/>
                </a:lnTo>
                <a:lnTo>
                  <a:pt x="1201089" y="7518400"/>
                </a:lnTo>
                <a:lnTo>
                  <a:pt x="1170774" y="7480300"/>
                </a:lnTo>
                <a:lnTo>
                  <a:pt x="1142301" y="7442200"/>
                </a:lnTo>
                <a:lnTo>
                  <a:pt x="1115606" y="7404100"/>
                </a:lnTo>
                <a:lnTo>
                  <a:pt x="1086243" y="7366000"/>
                </a:lnTo>
                <a:lnTo>
                  <a:pt x="1060132" y="7327900"/>
                </a:lnTo>
                <a:lnTo>
                  <a:pt x="1032865" y="7289800"/>
                </a:lnTo>
                <a:lnTo>
                  <a:pt x="1005903" y="7251700"/>
                </a:lnTo>
                <a:lnTo>
                  <a:pt x="977849" y="7200900"/>
                </a:lnTo>
                <a:lnTo>
                  <a:pt x="951534" y="7162800"/>
                </a:lnTo>
                <a:lnTo>
                  <a:pt x="926909" y="7124700"/>
                </a:lnTo>
                <a:lnTo>
                  <a:pt x="901217" y="7086600"/>
                </a:lnTo>
                <a:lnTo>
                  <a:pt x="874496" y="7048500"/>
                </a:lnTo>
                <a:lnTo>
                  <a:pt x="849452" y="7010400"/>
                </a:lnTo>
                <a:lnTo>
                  <a:pt x="826046" y="6972300"/>
                </a:lnTo>
                <a:lnTo>
                  <a:pt x="800353" y="6921500"/>
                </a:lnTo>
                <a:lnTo>
                  <a:pt x="776287" y="6883400"/>
                </a:lnTo>
                <a:lnTo>
                  <a:pt x="752563" y="6845300"/>
                </a:lnTo>
                <a:lnTo>
                  <a:pt x="729157" y="6794500"/>
                </a:lnTo>
                <a:lnTo>
                  <a:pt x="706094" y="6756400"/>
                </a:lnTo>
                <a:lnTo>
                  <a:pt x="684568" y="6718300"/>
                </a:lnTo>
                <a:lnTo>
                  <a:pt x="662152" y="6680200"/>
                </a:lnTo>
                <a:lnTo>
                  <a:pt x="640079" y="6629400"/>
                </a:lnTo>
                <a:lnTo>
                  <a:pt x="617194" y="6591300"/>
                </a:lnTo>
                <a:lnTo>
                  <a:pt x="596950" y="6553200"/>
                </a:lnTo>
                <a:lnTo>
                  <a:pt x="574789" y="6502400"/>
                </a:lnTo>
                <a:lnTo>
                  <a:pt x="555193" y="6464300"/>
                </a:lnTo>
                <a:lnTo>
                  <a:pt x="533768" y="6413500"/>
                </a:lnTo>
                <a:lnTo>
                  <a:pt x="514832" y="6375400"/>
                </a:lnTo>
                <a:lnTo>
                  <a:pt x="495185" y="6324600"/>
                </a:lnTo>
                <a:lnTo>
                  <a:pt x="474852" y="6286500"/>
                </a:lnTo>
                <a:lnTo>
                  <a:pt x="455929" y="6235700"/>
                </a:lnTo>
                <a:lnTo>
                  <a:pt x="437349" y="6197600"/>
                </a:lnTo>
                <a:lnTo>
                  <a:pt x="420103" y="6146800"/>
                </a:lnTo>
                <a:lnTo>
                  <a:pt x="401281" y="6108700"/>
                </a:lnTo>
                <a:lnTo>
                  <a:pt x="383794" y="6057900"/>
                </a:lnTo>
                <a:lnTo>
                  <a:pt x="366661" y="6019800"/>
                </a:lnTo>
                <a:lnTo>
                  <a:pt x="349897" y="5969000"/>
                </a:lnTo>
                <a:lnTo>
                  <a:pt x="333501" y="5918200"/>
                </a:lnTo>
                <a:lnTo>
                  <a:pt x="318325" y="5880100"/>
                </a:lnTo>
                <a:lnTo>
                  <a:pt x="302653" y="5829300"/>
                </a:lnTo>
                <a:lnTo>
                  <a:pt x="286550" y="5791200"/>
                </a:lnTo>
                <a:lnTo>
                  <a:pt x="272427" y="5740400"/>
                </a:lnTo>
                <a:lnTo>
                  <a:pt x="257111" y="5689600"/>
                </a:lnTo>
                <a:lnTo>
                  <a:pt x="242963" y="5651500"/>
                </a:lnTo>
                <a:lnTo>
                  <a:pt x="229920" y="5600700"/>
                </a:lnTo>
                <a:lnTo>
                  <a:pt x="216509" y="5549900"/>
                </a:lnTo>
                <a:lnTo>
                  <a:pt x="202793" y="5511800"/>
                </a:lnTo>
                <a:lnTo>
                  <a:pt x="190182" y="5461000"/>
                </a:lnTo>
                <a:lnTo>
                  <a:pt x="177952" y="5410200"/>
                </a:lnTo>
                <a:lnTo>
                  <a:pt x="166738" y="5372100"/>
                </a:lnTo>
                <a:lnTo>
                  <a:pt x="154660" y="5321300"/>
                </a:lnTo>
                <a:lnTo>
                  <a:pt x="144183" y="5270500"/>
                </a:lnTo>
                <a:lnTo>
                  <a:pt x="133502" y="5219700"/>
                </a:lnTo>
                <a:lnTo>
                  <a:pt x="123215" y="5168900"/>
                </a:lnTo>
                <a:lnTo>
                  <a:pt x="112814" y="5118100"/>
                </a:lnTo>
                <a:lnTo>
                  <a:pt x="103352" y="5080000"/>
                </a:lnTo>
                <a:lnTo>
                  <a:pt x="94754" y="5029200"/>
                </a:lnTo>
                <a:lnTo>
                  <a:pt x="85623" y="4978400"/>
                </a:lnTo>
                <a:lnTo>
                  <a:pt x="77368" y="4927600"/>
                </a:lnTo>
                <a:lnTo>
                  <a:pt x="69519" y="4876800"/>
                </a:lnTo>
                <a:lnTo>
                  <a:pt x="62471" y="4838700"/>
                </a:lnTo>
                <a:lnTo>
                  <a:pt x="55422" y="4787900"/>
                </a:lnTo>
                <a:lnTo>
                  <a:pt x="48450" y="4737100"/>
                </a:lnTo>
                <a:lnTo>
                  <a:pt x="42252" y="4686300"/>
                </a:lnTo>
                <a:lnTo>
                  <a:pt x="36766" y="4635500"/>
                </a:lnTo>
                <a:lnTo>
                  <a:pt x="31102" y="4584700"/>
                </a:lnTo>
                <a:lnTo>
                  <a:pt x="26161" y="4533900"/>
                </a:lnTo>
                <a:lnTo>
                  <a:pt x="21640" y="4483100"/>
                </a:lnTo>
                <a:lnTo>
                  <a:pt x="17741" y="4432300"/>
                </a:lnTo>
                <a:lnTo>
                  <a:pt x="14046" y="4381500"/>
                </a:lnTo>
                <a:lnTo>
                  <a:pt x="10617" y="4330700"/>
                </a:lnTo>
                <a:lnTo>
                  <a:pt x="7797" y="4279900"/>
                </a:lnTo>
                <a:lnTo>
                  <a:pt x="5537" y="4241800"/>
                </a:lnTo>
                <a:lnTo>
                  <a:pt x="3555" y="4191000"/>
                </a:lnTo>
                <a:lnTo>
                  <a:pt x="2006" y="4140200"/>
                </a:lnTo>
                <a:lnTo>
                  <a:pt x="901" y="4089400"/>
                </a:lnTo>
                <a:lnTo>
                  <a:pt x="850" y="4076700"/>
                </a:lnTo>
                <a:lnTo>
                  <a:pt x="203" y="4025900"/>
                </a:lnTo>
                <a:lnTo>
                  <a:pt x="0" y="3975100"/>
                </a:lnTo>
                <a:lnTo>
                  <a:pt x="152" y="3937000"/>
                </a:lnTo>
                <a:lnTo>
                  <a:pt x="203" y="3924300"/>
                </a:lnTo>
                <a:lnTo>
                  <a:pt x="850" y="3873500"/>
                </a:lnTo>
                <a:lnTo>
                  <a:pt x="2006" y="3822700"/>
                </a:lnTo>
                <a:lnTo>
                  <a:pt x="3555" y="3771900"/>
                </a:lnTo>
                <a:lnTo>
                  <a:pt x="5422" y="3721100"/>
                </a:lnTo>
                <a:lnTo>
                  <a:pt x="7797" y="3670300"/>
                </a:lnTo>
                <a:lnTo>
                  <a:pt x="10617" y="3632200"/>
                </a:lnTo>
                <a:lnTo>
                  <a:pt x="14046" y="3568700"/>
                </a:lnTo>
                <a:lnTo>
                  <a:pt x="17741" y="3517900"/>
                </a:lnTo>
                <a:lnTo>
                  <a:pt x="21869" y="3467100"/>
                </a:lnTo>
                <a:lnTo>
                  <a:pt x="26415" y="3416300"/>
                </a:lnTo>
                <a:lnTo>
                  <a:pt x="31102" y="3378200"/>
                </a:lnTo>
                <a:lnTo>
                  <a:pt x="36766" y="3327400"/>
                </a:lnTo>
                <a:lnTo>
                  <a:pt x="42570" y="3276600"/>
                </a:lnTo>
                <a:lnTo>
                  <a:pt x="48793" y="3225800"/>
                </a:lnTo>
                <a:lnTo>
                  <a:pt x="55422" y="3175000"/>
                </a:lnTo>
                <a:lnTo>
                  <a:pt x="69519" y="3073400"/>
                </a:lnTo>
                <a:lnTo>
                  <a:pt x="77368" y="3035300"/>
                </a:lnTo>
                <a:lnTo>
                  <a:pt x="85623" y="2984500"/>
                </a:lnTo>
                <a:lnTo>
                  <a:pt x="94754" y="2933700"/>
                </a:lnTo>
                <a:lnTo>
                  <a:pt x="103847" y="2882900"/>
                </a:lnTo>
                <a:lnTo>
                  <a:pt x="112814" y="2832100"/>
                </a:lnTo>
                <a:lnTo>
                  <a:pt x="123215" y="2781300"/>
                </a:lnTo>
                <a:lnTo>
                  <a:pt x="133502" y="2730500"/>
                </a:lnTo>
                <a:lnTo>
                  <a:pt x="144195" y="2692400"/>
                </a:lnTo>
                <a:lnTo>
                  <a:pt x="154660" y="2641600"/>
                </a:lnTo>
                <a:lnTo>
                  <a:pt x="166738" y="2590800"/>
                </a:lnTo>
                <a:lnTo>
                  <a:pt x="177952" y="2552700"/>
                </a:lnTo>
                <a:lnTo>
                  <a:pt x="190182" y="2501900"/>
                </a:lnTo>
                <a:lnTo>
                  <a:pt x="202793" y="2451100"/>
                </a:lnTo>
                <a:lnTo>
                  <a:pt x="215798" y="2400300"/>
                </a:lnTo>
                <a:lnTo>
                  <a:pt x="229920" y="2362200"/>
                </a:lnTo>
                <a:lnTo>
                  <a:pt x="243713" y="2311400"/>
                </a:lnTo>
                <a:lnTo>
                  <a:pt x="257111" y="2260600"/>
                </a:lnTo>
                <a:lnTo>
                  <a:pt x="272427" y="2222500"/>
                </a:lnTo>
                <a:lnTo>
                  <a:pt x="287362" y="2171700"/>
                </a:lnTo>
                <a:lnTo>
                  <a:pt x="302653" y="2120900"/>
                </a:lnTo>
                <a:lnTo>
                  <a:pt x="318325" y="2082800"/>
                </a:lnTo>
                <a:lnTo>
                  <a:pt x="333501" y="2032000"/>
                </a:lnTo>
                <a:lnTo>
                  <a:pt x="350786" y="1993900"/>
                </a:lnTo>
                <a:lnTo>
                  <a:pt x="367576" y="1943100"/>
                </a:lnTo>
                <a:lnTo>
                  <a:pt x="384721" y="1892300"/>
                </a:lnTo>
                <a:lnTo>
                  <a:pt x="402234" y="1854200"/>
                </a:lnTo>
                <a:lnTo>
                  <a:pt x="420103" y="1803400"/>
                </a:lnTo>
                <a:lnTo>
                  <a:pt x="437349" y="1765300"/>
                </a:lnTo>
                <a:lnTo>
                  <a:pt x="455917" y="1714500"/>
                </a:lnTo>
                <a:lnTo>
                  <a:pt x="474852" y="1676400"/>
                </a:lnTo>
                <a:lnTo>
                  <a:pt x="495185" y="1625600"/>
                </a:lnTo>
                <a:lnTo>
                  <a:pt x="514832" y="1587500"/>
                </a:lnTo>
                <a:lnTo>
                  <a:pt x="534847" y="1536700"/>
                </a:lnTo>
                <a:lnTo>
                  <a:pt x="555193" y="1498600"/>
                </a:lnTo>
                <a:lnTo>
                  <a:pt x="575906" y="1460500"/>
                </a:lnTo>
                <a:lnTo>
                  <a:pt x="596950" y="1409700"/>
                </a:lnTo>
                <a:lnTo>
                  <a:pt x="617194" y="1371600"/>
                </a:lnTo>
                <a:lnTo>
                  <a:pt x="640079" y="1320800"/>
                </a:lnTo>
                <a:lnTo>
                  <a:pt x="662152" y="1282700"/>
                </a:lnTo>
                <a:lnTo>
                  <a:pt x="684568" y="1244600"/>
                </a:lnTo>
                <a:lnTo>
                  <a:pt x="707313" y="1206500"/>
                </a:lnTo>
                <a:lnTo>
                  <a:pt x="729157" y="1155700"/>
                </a:lnTo>
                <a:lnTo>
                  <a:pt x="752563" y="1117600"/>
                </a:lnTo>
                <a:lnTo>
                  <a:pt x="776287" y="1079500"/>
                </a:lnTo>
                <a:lnTo>
                  <a:pt x="800353" y="1041400"/>
                </a:lnTo>
                <a:lnTo>
                  <a:pt x="826046" y="990600"/>
                </a:lnTo>
                <a:lnTo>
                  <a:pt x="849452" y="952500"/>
                </a:lnTo>
                <a:lnTo>
                  <a:pt x="875842" y="914400"/>
                </a:lnTo>
                <a:lnTo>
                  <a:pt x="901217" y="876300"/>
                </a:lnTo>
                <a:lnTo>
                  <a:pt x="926909" y="825500"/>
                </a:lnTo>
                <a:lnTo>
                  <a:pt x="951534" y="787400"/>
                </a:lnTo>
                <a:lnTo>
                  <a:pt x="979258" y="749300"/>
                </a:lnTo>
                <a:lnTo>
                  <a:pt x="1005903" y="711200"/>
                </a:lnTo>
                <a:lnTo>
                  <a:pt x="1032865" y="673100"/>
                </a:lnTo>
                <a:lnTo>
                  <a:pt x="1060132" y="635000"/>
                </a:lnTo>
                <a:lnTo>
                  <a:pt x="1086243" y="596900"/>
                </a:lnTo>
                <a:lnTo>
                  <a:pt x="1114107" y="558800"/>
                </a:lnTo>
                <a:lnTo>
                  <a:pt x="1143800" y="520700"/>
                </a:lnTo>
                <a:lnTo>
                  <a:pt x="1172298" y="482600"/>
                </a:lnTo>
                <a:lnTo>
                  <a:pt x="1201089" y="444500"/>
                </a:lnTo>
                <a:lnTo>
                  <a:pt x="1230198" y="406400"/>
                </a:lnTo>
                <a:lnTo>
                  <a:pt x="1259598" y="368300"/>
                </a:lnTo>
                <a:lnTo>
                  <a:pt x="1287716" y="330200"/>
                </a:lnTo>
                <a:lnTo>
                  <a:pt x="1319288" y="292100"/>
                </a:lnTo>
                <a:lnTo>
                  <a:pt x="1349565" y="254000"/>
                </a:lnTo>
                <a:lnTo>
                  <a:pt x="1380147" y="215900"/>
                </a:lnTo>
                <a:lnTo>
                  <a:pt x="1411008" y="190500"/>
                </a:lnTo>
                <a:lnTo>
                  <a:pt x="1442173" y="152400"/>
                </a:lnTo>
                <a:lnTo>
                  <a:pt x="1473606" y="114300"/>
                </a:lnTo>
                <a:lnTo>
                  <a:pt x="1503641" y="76200"/>
                </a:lnTo>
                <a:lnTo>
                  <a:pt x="1535633" y="50800"/>
                </a:lnTo>
                <a:lnTo>
                  <a:pt x="1584490" y="0"/>
                </a:lnTo>
                <a:lnTo>
                  <a:pt x="1810511" y="203200"/>
                </a:lnTo>
                <a:lnTo>
                  <a:pt x="1810511" y="660400"/>
                </a:lnTo>
                <a:lnTo>
                  <a:pt x="1795703" y="685800"/>
                </a:lnTo>
                <a:lnTo>
                  <a:pt x="1797303" y="685800"/>
                </a:lnTo>
                <a:lnTo>
                  <a:pt x="1768906" y="723900"/>
                </a:lnTo>
                <a:lnTo>
                  <a:pt x="1770481" y="723900"/>
                </a:lnTo>
                <a:lnTo>
                  <a:pt x="1742376" y="749300"/>
                </a:lnTo>
                <a:lnTo>
                  <a:pt x="1743938" y="749300"/>
                </a:lnTo>
                <a:lnTo>
                  <a:pt x="1716112" y="787400"/>
                </a:lnTo>
                <a:lnTo>
                  <a:pt x="1717662" y="787400"/>
                </a:lnTo>
                <a:lnTo>
                  <a:pt x="1690115" y="825500"/>
                </a:lnTo>
                <a:lnTo>
                  <a:pt x="1691640" y="825500"/>
                </a:lnTo>
                <a:lnTo>
                  <a:pt x="1664385" y="850900"/>
                </a:lnTo>
                <a:lnTo>
                  <a:pt x="1665909" y="850900"/>
                </a:lnTo>
                <a:lnTo>
                  <a:pt x="1638922" y="889000"/>
                </a:lnTo>
                <a:lnTo>
                  <a:pt x="1640433" y="889000"/>
                </a:lnTo>
                <a:lnTo>
                  <a:pt x="1613738" y="927100"/>
                </a:lnTo>
                <a:lnTo>
                  <a:pt x="1615236" y="927100"/>
                </a:lnTo>
                <a:lnTo>
                  <a:pt x="1588833" y="952500"/>
                </a:lnTo>
                <a:lnTo>
                  <a:pt x="1590306" y="952500"/>
                </a:lnTo>
                <a:lnTo>
                  <a:pt x="1564195" y="990600"/>
                </a:lnTo>
                <a:lnTo>
                  <a:pt x="1565655" y="990600"/>
                </a:lnTo>
                <a:lnTo>
                  <a:pt x="1539836" y="1028700"/>
                </a:lnTo>
                <a:lnTo>
                  <a:pt x="1541284" y="1028700"/>
                </a:lnTo>
                <a:lnTo>
                  <a:pt x="1515757" y="1066800"/>
                </a:lnTo>
                <a:lnTo>
                  <a:pt x="1517180" y="1066800"/>
                </a:lnTo>
                <a:lnTo>
                  <a:pt x="1491957" y="1092200"/>
                </a:lnTo>
                <a:lnTo>
                  <a:pt x="1493367" y="1092200"/>
                </a:lnTo>
                <a:lnTo>
                  <a:pt x="1468450" y="1130300"/>
                </a:lnTo>
                <a:lnTo>
                  <a:pt x="1469847" y="1130300"/>
                </a:lnTo>
                <a:lnTo>
                  <a:pt x="1445221" y="1168400"/>
                </a:lnTo>
                <a:lnTo>
                  <a:pt x="1446593" y="1168400"/>
                </a:lnTo>
                <a:lnTo>
                  <a:pt x="1422273" y="1206500"/>
                </a:lnTo>
                <a:lnTo>
                  <a:pt x="1423631" y="1206500"/>
                </a:lnTo>
                <a:lnTo>
                  <a:pt x="1399616" y="1244600"/>
                </a:lnTo>
                <a:lnTo>
                  <a:pt x="1400962" y="1244600"/>
                </a:lnTo>
                <a:lnTo>
                  <a:pt x="1385155" y="1270000"/>
                </a:lnTo>
                <a:lnTo>
                  <a:pt x="1378572" y="1270000"/>
                </a:lnTo>
                <a:lnTo>
                  <a:pt x="1355166" y="1308100"/>
                </a:lnTo>
                <a:lnTo>
                  <a:pt x="1356474" y="1308100"/>
                </a:lnTo>
                <a:lnTo>
                  <a:pt x="1333373" y="1346200"/>
                </a:lnTo>
                <a:lnTo>
                  <a:pt x="1334668" y="1346200"/>
                </a:lnTo>
                <a:lnTo>
                  <a:pt x="1311884" y="1384300"/>
                </a:lnTo>
                <a:lnTo>
                  <a:pt x="1313167" y="1384300"/>
                </a:lnTo>
                <a:lnTo>
                  <a:pt x="1290688" y="1422400"/>
                </a:lnTo>
                <a:lnTo>
                  <a:pt x="1291945" y="1422400"/>
                </a:lnTo>
                <a:lnTo>
                  <a:pt x="1269784" y="1460500"/>
                </a:lnTo>
                <a:lnTo>
                  <a:pt x="1271028" y="1460500"/>
                </a:lnTo>
                <a:lnTo>
                  <a:pt x="1249184" y="1498600"/>
                </a:lnTo>
                <a:lnTo>
                  <a:pt x="1250403" y="1498600"/>
                </a:lnTo>
                <a:lnTo>
                  <a:pt x="1228877" y="1536700"/>
                </a:lnTo>
                <a:lnTo>
                  <a:pt x="1230083" y="1536700"/>
                </a:lnTo>
                <a:lnTo>
                  <a:pt x="1208874" y="1574800"/>
                </a:lnTo>
                <a:lnTo>
                  <a:pt x="1210055" y="1574800"/>
                </a:lnTo>
                <a:lnTo>
                  <a:pt x="1189177" y="1612900"/>
                </a:lnTo>
                <a:lnTo>
                  <a:pt x="1190345" y="1612900"/>
                </a:lnTo>
                <a:lnTo>
                  <a:pt x="1169784" y="1651000"/>
                </a:lnTo>
                <a:lnTo>
                  <a:pt x="1170927" y="1651000"/>
                </a:lnTo>
                <a:lnTo>
                  <a:pt x="1150696" y="1689100"/>
                </a:lnTo>
                <a:lnTo>
                  <a:pt x="1151826" y="1689100"/>
                </a:lnTo>
                <a:lnTo>
                  <a:pt x="1131912" y="1727200"/>
                </a:lnTo>
                <a:lnTo>
                  <a:pt x="1133030" y="1727200"/>
                </a:lnTo>
                <a:lnTo>
                  <a:pt x="1113447" y="1765300"/>
                </a:lnTo>
                <a:lnTo>
                  <a:pt x="1114539" y="1765300"/>
                </a:lnTo>
                <a:lnTo>
                  <a:pt x="1095286" y="1803400"/>
                </a:lnTo>
                <a:lnTo>
                  <a:pt x="1096365" y="1803400"/>
                </a:lnTo>
                <a:lnTo>
                  <a:pt x="1077429" y="1841500"/>
                </a:lnTo>
                <a:lnTo>
                  <a:pt x="1078496" y="1841500"/>
                </a:lnTo>
                <a:lnTo>
                  <a:pt x="1059903" y="1879600"/>
                </a:lnTo>
                <a:lnTo>
                  <a:pt x="1060945" y="1879600"/>
                </a:lnTo>
                <a:lnTo>
                  <a:pt x="1042682" y="1917700"/>
                </a:lnTo>
                <a:lnTo>
                  <a:pt x="1043711" y="1917700"/>
                </a:lnTo>
                <a:lnTo>
                  <a:pt x="1025778" y="1955800"/>
                </a:lnTo>
                <a:lnTo>
                  <a:pt x="1026794" y="1955800"/>
                </a:lnTo>
                <a:lnTo>
                  <a:pt x="1013602" y="1993900"/>
                </a:lnTo>
                <a:lnTo>
                  <a:pt x="1010196" y="1993900"/>
                </a:lnTo>
                <a:lnTo>
                  <a:pt x="992949" y="2044700"/>
                </a:lnTo>
                <a:lnTo>
                  <a:pt x="993914" y="2044700"/>
                </a:lnTo>
                <a:lnTo>
                  <a:pt x="977010" y="2082800"/>
                </a:lnTo>
                <a:lnTo>
                  <a:pt x="977950" y="2082800"/>
                </a:lnTo>
                <a:lnTo>
                  <a:pt x="961390" y="2120900"/>
                </a:lnTo>
                <a:lnTo>
                  <a:pt x="962317" y="2120900"/>
                </a:lnTo>
                <a:lnTo>
                  <a:pt x="946099" y="2159000"/>
                </a:lnTo>
                <a:lnTo>
                  <a:pt x="947013" y="2159000"/>
                </a:lnTo>
                <a:lnTo>
                  <a:pt x="931138" y="2197100"/>
                </a:lnTo>
                <a:lnTo>
                  <a:pt x="932027" y="2197100"/>
                </a:lnTo>
                <a:lnTo>
                  <a:pt x="920388" y="2235200"/>
                </a:lnTo>
                <a:lnTo>
                  <a:pt x="917371" y="2235200"/>
                </a:lnTo>
                <a:lnTo>
                  <a:pt x="902207" y="2286000"/>
                </a:lnTo>
                <a:lnTo>
                  <a:pt x="903058" y="2286000"/>
                </a:lnTo>
                <a:lnTo>
                  <a:pt x="888225" y="2324100"/>
                </a:lnTo>
                <a:lnTo>
                  <a:pt x="889063" y="2324100"/>
                </a:lnTo>
                <a:lnTo>
                  <a:pt x="874585" y="2362200"/>
                </a:lnTo>
                <a:lnTo>
                  <a:pt x="875398" y="2362200"/>
                </a:lnTo>
                <a:lnTo>
                  <a:pt x="864816" y="2400300"/>
                </a:lnTo>
                <a:lnTo>
                  <a:pt x="862075" y="2400300"/>
                </a:lnTo>
                <a:lnTo>
                  <a:pt x="848321" y="2451100"/>
                </a:lnTo>
                <a:lnTo>
                  <a:pt x="849083" y="2451100"/>
                </a:lnTo>
                <a:lnTo>
                  <a:pt x="835685" y="2489200"/>
                </a:lnTo>
                <a:lnTo>
                  <a:pt x="836434" y="2489200"/>
                </a:lnTo>
                <a:lnTo>
                  <a:pt x="823404" y="2527300"/>
                </a:lnTo>
                <a:lnTo>
                  <a:pt x="824128" y="2527300"/>
                </a:lnTo>
                <a:lnTo>
                  <a:pt x="814622" y="2565400"/>
                </a:lnTo>
                <a:lnTo>
                  <a:pt x="812152" y="2565400"/>
                </a:lnTo>
                <a:lnTo>
                  <a:pt x="799846" y="2616200"/>
                </a:lnTo>
                <a:lnTo>
                  <a:pt x="800531" y="2616200"/>
                </a:lnTo>
                <a:lnTo>
                  <a:pt x="788581" y="2654300"/>
                </a:lnTo>
                <a:lnTo>
                  <a:pt x="789241" y="2654300"/>
                </a:lnTo>
                <a:lnTo>
                  <a:pt x="780554" y="2692400"/>
                </a:lnTo>
                <a:lnTo>
                  <a:pt x="778306" y="2692400"/>
                </a:lnTo>
                <a:lnTo>
                  <a:pt x="767092" y="2743200"/>
                </a:lnTo>
                <a:lnTo>
                  <a:pt x="767715" y="2743200"/>
                </a:lnTo>
                <a:lnTo>
                  <a:pt x="756869" y="2781300"/>
                </a:lnTo>
                <a:lnTo>
                  <a:pt x="757478" y="2781300"/>
                </a:lnTo>
                <a:lnTo>
                  <a:pt x="749620" y="2819400"/>
                </a:lnTo>
                <a:lnTo>
                  <a:pt x="747585" y="2819400"/>
                </a:lnTo>
                <a:lnTo>
                  <a:pt x="737488" y="2870200"/>
                </a:lnTo>
                <a:lnTo>
                  <a:pt x="738047" y="2870200"/>
                </a:lnTo>
                <a:lnTo>
                  <a:pt x="728319" y="2908300"/>
                </a:lnTo>
                <a:lnTo>
                  <a:pt x="728865" y="2908300"/>
                </a:lnTo>
                <a:lnTo>
                  <a:pt x="719518" y="2959100"/>
                </a:lnTo>
                <a:lnTo>
                  <a:pt x="720026" y="2959100"/>
                </a:lnTo>
                <a:lnTo>
                  <a:pt x="711060" y="2997200"/>
                </a:lnTo>
                <a:lnTo>
                  <a:pt x="711555" y="2997200"/>
                </a:lnTo>
                <a:lnTo>
                  <a:pt x="705116" y="3035300"/>
                </a:lnTo>
                <a:lnTo>
                  <a:pt x="703440" y="3035300"/>
                </a:lnTo>
                <a:lnTo>
                  <a:pt x="695236" y="3086100"/>
                </a:lnTo>
                <a:lnTo>
                  <a:pt x="695693" y="3086100"/>
                </a:lnTo>
                <a:lnTo>
                  <a:pt x="687870" y="3124200"/>
                </a:lnTo>
                <a:lnTo>
                  <a:pt x="688301" y="3124200"/>
                </a:lnTo>
                <a:lnTo>
                  <a:pt x="680859" y="3175000"/>
                </a:lnTo>
                <a:lnTo>
                  <a:pt x="681266" y="3175000"/>
                </a:lnTo>
                <a:lnTo>
                  <a:pt x="674217" y="3213100"/>
                </a:lnTo>
                <a:lnTo>
                  <a:pt x="674598" y="3213100"/>
                </a:lnTo>
                <a:lnTo>
                  <a:pt x="667943" y="3263900"/>
                </a:lnTo>
                <a:lnTo>
                  <a:pt x="668312" y="3263900"/>
                </a:lnTo>
                <a:lnTo>
                  <a:pt x="662038" y="3302000"/>
                </a:lnTo>
                <a:lnTo>
                  <a:pt x="662381" y="3302000"/>
                </a:lnTo>
                <a:lnTo>
                  <a:pt x="656501" y="3352800"/>
                </a:lnTo>
                <a:lnTo>
                  <a:pt x="656818" y="3352800"/>
                </a:lnTo>
                <a:lnTo>
                  <a:pt x="651332" y="3390900"/>
                </a:lnTo>
                <a:lnTo>
                  <a:pt x="651636" y="3390900"/>
                </a:lnTo>
                <a:lnTo>
                  <a:pt x="646544" y="3441700"/>
                </a:lnTo>
                <a:lnTo>
                  <a:pt x="646810" y="3441700"/>
                </a:lnTo>
                <a:lnTo>
                  <a:pt x="642124" y="3479800"/>
                </a:lnTo>
                <a:lnTo>
                  <a:pt x="642378" y="3479800"/>
                </a:lnTo>
                <a:lnTo>
                  <a:pt x="638086" y="3530600"/>
                </a:lnTo>
                <a:lnTo>
                  <a:pt x="638314" y="3530600"/>
                </a:lnTo>
                <a:lnTo>
                  <a:pt x="634415" y="3568700"/>
                </a:lnTo>
                <a:lnTo>
                  <a:pt x="634631" y="3568700"/>
                </a:lnTo>
                <a:lnTo>
                  <a:pt x="631139" y="3619500"/>
                </a:lnTo>
                <a:lnTo>
                  <a:pt x="631317" y="3619500"/>
                </a:lnTo>
                <a:lnTo>
                  <a:pt x="628230" y="3657600"/>
                </a:lnTo>
                <a:lnTo>
                  <a:pt x="628396" y="3657600"/>
                </a:lnTo>
                <a:lnTo>
                  <a:pt x="625716" y="3708400"/>
                </a:lnTo>
                <a:lnTo>
                  <a:pt x="625855" y="3708400"/>
                </a:lnTo>
                <a:lnTo>
                  <a:pt x="624151" y="3746500"/>
                </a:lnTo>
                <a:lnTo>
                  <a:pt x="623696" y="3746500"/>
                </a:lnTo>
                <a:lnTo>
                  <a:pt x="621919" y="3797300"/>
                </a:lnTo>
                <a:lnTo>
                  <a:pt x="620833" y="3835400"/>
                </a:lnTo>
                <a:lnTo>
                  <a:pt x="620547" y="3835400"/>
                </a:lnTo>
                <a:lnTo>
                  <a:pt x="619544" y="3886200"/>
                </a:lnTo>
                <a:lnTo>
                  <a:pt x="618947" y="3937000"/>
                </a:lnTo>
                <a:lnTo>
                  <a:pt x="618744" y="3975100"/>
                </a:lnTo>
                <a:lnTo>
                  <a:pt x="618921" y="4025900"/>
                </a:lnTo>
                <a:lnTo>
                  <a:pt x="619394" y="4058911"/>
                </a:lnTo>
                <a:lnTo>
                  <a:pt x="619507" y="4066825"/>
                </a:lnTo>
                <a:lnTo>
                  <a:pt x="619544" y="4076700"/>
                </a:lnTo>
                <a:lnTo>
                  <a:pt x="619747" y="4076700"/>
                </a:lnTo>
                <a:lnTo>
                  <a:pt x="620471" y="4114800"/>
                </a:lnTo>
                <a:lnTo>
                  <a:pt x="621830" y="4165600"/>
                </a:lnTo>
                <a:lnTo>
                  <a:pt x="623582" y="4203700"/>
                </a:lnTo>
                <a:lnTo>
                  <a:pt x="625855" y="4254500"/>
                </a:lnTo>
                <a:lnTo>
                  <a:pt x="625716" y="4254500"/>
                </a:lnTo>
                <a:lnTo>
                  <a:pt x="628396" y="4305300"/>
                </a:lnTo>
                <a:lnTo>
                  <a:pt x="629002" y="4305300"/>
                </a:lnTo>
                <a:lnTo>
                  <a:pt x="631317" y="4343400"/>
                </a:lnTo>
                <a:lnTo>
                  <a:pt x="631139" y="4343400"/>
                </a:lnTo>
                <a:lnTo>
                  <a:pt x="634631" y="4394200"/>
                </a:lnTo>
                <a:lnTo>
                  <a:pt x="635390" y="4394200"/>
                </a:lnTo>
                <a:lnTo>
                  <a:pt x="638314" y="4432300"/>
                </a:lnTo>
                <a:lnTo>
                  <a:pt x="638086" y="4432300"/>
                </a:lnTo>
                <a:lnTo>
                  <a:pt x="642378" y="4483100"/>
                </a:lnTo>
                <a:lnTo>
                  <a:pt x="643296" y="4483100"/>
                </a:lnTo>
                <a:lnTo>
                  <a:pt x="646810" y="4521200"/>
                </a:lnTo>
                <a:lnTo>
                  <a:pt x="646544" y="4521200"/>
                </a:lnTo>
                <a:lnTo>
                  <a:pt x="651636" y="4572000"/>
                </a:lnTo>
                <a:lnTo>
                  <a:pt x="652703" y="4572000"/>
                </a:lnTo>
                <a:lnTo>
                  <a:pt x="656818" y="4610100"/>
                </a:lnTo>
                <a:lnTo>
                  <a:pt x="656501" y="4610100"/>
                </a:lnTo>
                <a:lnTo>
                  <a:pt x="662381" y="4660900"/>
                </a:lnTo>
                <a:lnTo>
                  <a:pt x="663606" y="4660900"/>
                </a:lnTo>
                <a:lnTo>
                  <a:pt x="668312" y="4699000"/>
                </a:lnTo>
                <a:lnTo>
                  <a:pt x="667943" y="4699000"/>
                </a:lnTo>
                <a:lnTo>
                  <a:pt x="674598" y="4749800"/>
                </a:lnTo>
                <a:lnTo>
                  <a:pt x="675979" y="4749800"/>
                </a:lnTo>
                <a:lnTo>
                  <a:pt x="681266" y="4787900"/>
                </a:lnTo>
                <a:lnTo>
                  <a:pt x="680859" y="4787900"/>
                </a:lnTo>
                <a:lnTo>
                  <a:pt x="688301" y="4826000"/>
                </a:lnTo>
                <a:lnTo>
                  <a:pt x="687870" y="4826000"/>
                </a:lnTo>
                <a:lnTo>
                  <a:pt x="695693" y="4876800"/>
                </a:lnTo>
                <a:lnTo>
                  <a:pt x="695236" y="4876800"/>
                </a:lnTo>
                <a:lnTo>
                  <a:pt x="703440" y="4914900"/>
                </a:lnTo>
                <a:lnTo>
                  <a:pt x="702970" y="4914900"/>
                </a:lnTo>
                <a:lnTo>
                  <a:pt x="711555" y="4965700"/>
                </a:lnTo>
                <a:lnTo>
                  <a:pt x="711060" y="4965700"/>
                </a:lnTo>
                <a:lnTo>
                  <a:pt x="720026" y="5003800"/>
                </a:lnTo>
                <a:lnTo>
                  <a:pt x="719518" y="5003800"/>
                </a:lnTo>
                <a:lnTo>
                  <a:pt x="728865" y="5054600"/>
                </a:lnTo>
                <a:lnTo>
                  <a:pt x="730751" y="5054600"/>
                </a:lnTo>
                <a:lnTo>
                  <a:pt x="738047" y="5092700"/>
                </a:lnTo>
                <a:lnTo>
                  <a:pt x="737488" y="5092700"/>
                </a:lnTo>
                <a:lnTo>
                  <a:pt x="747585" y="5130800"/>
                </a:lnTo>
                <a:lnTo>
                  <a:pt x="747001" y="5130800"/>
                </a:lnTo>
                <a:lnTo>
                  <a:pt x="757478" y="5181600"/>
                </a:lnTo>
                <a:lnTo>
                  <a:pt x="759580" y="5181600"/>
                </a:lnTo>
                <a:lnTo>
                  <a:pt x="767715" y="5219700"/>
                </a:lnTo>
                <a:lnTo>
                  <a:pt x="767092" y="5219700"/>
                </a:lnTo>
                <a:lnTo>
                  <a:pt x="778306" y="5257800"/>
                </a:lnTo>
                <a:lnTo>
                  <a:pt x="777659" y="5257800"/>
                </a:lnTo>
                <a:lnTo>
                  <a:pt x="789241" y="5308600"/>
                </a:lnTo>
                <a:lnTo>
                  <a:pt x="791568" y="5308600"/>
                </a:lnTo>
                <a:lnTo>
                  <a:pt x="800531" y="5346700"/>
                </a:lnTo>
                <a:lnTo>
                  <a:pt x="799846" y="5346700"/>
                </a:lnTo>
                <a:lnTo>
                  <a:pt x="812152" y="5384800"/>
                </a:lnTo>
                <a:lnTo>
                  <a:pt x="811453" y="5384800"/>
                </a:lnTo>
                <a:lnTo>
                  <a:pt x="824128" y="5435600"/>
                </a:lnTo>
                <a:lnTo>
                  <a:pt x="826662" y="5435600"/>
                </a:lnTo>
                <a:lnTo>
                  <a:pt x="836434" y="5473700"/>
                </a:lnTo>
                <a:lnTo>
                  <a:pt x="835685" y="5473700"/>
                </a:lnTo>
                <a:lnTo>
                  <a:pt x="849083" y="5511800"/>
                </a:lnTo>
                <a:lnTo>
                  <a:pt x="848321" y="5511800"/>
                </a:lnTo>
                <a:lnTo>
                  <a:pt x="862075" y="5549900"/>
                </a:lnTo>
                <a:lnTo>
                  <a:pt x="861288" y="5549900"/>
                </a:lnTo>
                <a:lnTo>
                  <a:pt x="875398" y="5600700"/>
                </a:lnTo>
                <a:lnTo>
                  <a:pt x="878205" y="5600700"/>
                </a:lnTo>
                <a:lnTo>
                  <a:pt x="889063" y="5638800"/>
                </a:lnTo>
                <a:lnTo>
                  <a:pt x="888225" y="5638800"/>
                </a:lnTo>
                <a:lnTo>
                  <a:pt x="903058" y="5676900"/>
                </a:lnTo>
                <a:lnTo>
                  <a:pt x="902207" y="5676900"/>
                </a:lnTo>
                <a:lnTo>
                  <a:pt x="917371" y="5715000"/>
                </a:lnTo>
                <a:lnTo>
                  <a:pt x="916508" y="5715000"/>
                </a:lnTo>
                <a:lnTo>
                  <a:pt x="932027" y="5765800"/>
                </a:lnTo>
                <a:lnTo>
                  <a:pt x="935107" y="5765800"/>
                </a:lnTo>
                <a:lnTo>
                  <a:pt x="947013" y="5803900"/>
                </a:lnTo>
                <a:lnTo>
                  <a:pt x="946099" y="5803900"/>
                </a:lnTo>
                <a:lnTo>
                  <a:pt x="962317" y="5842000"/>
                </a:lnTo>
                <a:lnTo>
                  <a:pt x="961390" y="5842000"/>
                </a:lnTo>
                <a:lnTo>
                  <a:pt x="977950" y="5880100"/>
                </a:lnTo>
                <a:lnTo>
                  <a:pt x="977010" y="5880100"/>
                </a:lnTo>
                <a:lnTo>
                  <a:pt x="993914" y="5918200"/>
                </a:lnTo>
                <a:lnTo>
                  <a:pt x="992949" y="5918200"/>
                </a:lnTo>
                <a:lnTo>
                  <a:pt x="1010196" y="5956300"/>
                </a:lnTo>
                <a:lnTo>
                  <a:pt x="1009205" y="5956300"/>
                </a:lnTo>
                <a:lnTo>
                  <a:pt x="1026794" y="5994400"/>
                </a:lnTo>
                <a:lnTo>
                  <a:pt x="1025778" y="5994400"/>
                </a:lnTo>
                <a:lnTo>
                  <a:pt x="1043711" y="6045200"/>
                </a:lnTo>
                <a:lnTo>
                  <a:pt x="1047248" y="6045200"/>
                </a:lnTo>
                <a:lnTo>
                  <a:pt x="1060945" y="6083300"/>
                </a:lnTo>
                <a:lnTo>
                  <a:pt x="1064552" y="6083300"/>
                </a:lnTo>
                <a:lnTo>
                  <a:pt x="1078496" y="6121400"/>
                </a:lnTo>
                <a:lnTo>
                  <a:pt x="1077429" y="6121400"/>
                </a:lnTo>
                <a:lnTo>
                  <a:pt x="1096365" y="6159500"/>
                </a:lnTo>
                <a:lnTo>
                  <a:pt x="1095286" y="6159500"/>
                </a:lnTo>
                <a:lnTo>
                  <a:pt x="1114539" y="6197600"/>
                </a:lnTo>
                <a:lnTo>
                  <a:pt x="1113447" y="6197600"/>
                </a:lnTo>
                <a:lnTo>
                  <a:pt x="1133030" y="6235700"/>
                </a:lnTo>
                <a:lnTo>
                  <a:pt x="1131912" y="6235700"/>
                </a:lnTo>
                <a:lnTo>
                  <a:pt x="1151826" y="6273800"/>
                </a:lnTo>
                <a:lnTo>
                  <a:pt x="1150696" y="6273800"/>
                </a:lnTo>
                <a:lnTo>
                  <a:pt x="1170927" y="6311900"/>
                </a:lnTo>
                <a:lnTo>
                  <a:pt x="1169784" y="6311900"/>
                </a:lnTo>
                <a:lnTo>
                  <a:pt x="1190345" y="6350000"/>
                </a:lnTo>
                <a:lnTo>
                  <a:pt x="1189177" y="6350000"/>
                </a:lnTo>
                <a:lnTo>
                  <a:pt x="1210055" y="6388100"/>
                </a:lnTo>
                <a:lnTo>
                  <a:pt x="1208874" y="6388100"/>
                </a:lnTo>
                <a:lnTo>
                  <a:pt x="1230083" y="6426200"/>
                </a:lnTo>
                <a:lnTo>
                  <a:pt x="1228877" y="6426200"/>
                </a:lnTo>
                <a:lnTo>
                  <a:pt x="1250403" y="6464300"/>
                </a:lnTo>
                <a:lnTo>
                  <a:pt x="1249184" y="6464300"/>
                </a:lnTo>
                <a:lnTo>
                  <a:pt x="1271028" y="6502400"/>
                </a:lnTo>
                <a:lnTo>
                  <a:pt x="1269784" y="6502400"/>
                </a:lnTo>
                <a:lnTo>
                  <a:pt x="1291945" y="6540500"/>
                </a:lnTo>
                <a:lnTo>
                  <a:pt x="1290688" y="6540500"/>
                </a:lnTo>
                <a:lnTo>
                  <a:pt x="1313154" y="6578600"/>
                </a:lnTo>
                <a:lnTo>
                  <a:pt x="1317580" y="6578600"/>
                </a:lnTo>
                <a:lnTo>
                  <a:pt x="1334668" y="6616700"/>
                </a:lnTo>
                <a:lnTo>
                  <a:pt x="1341073" y="6616700"/>
                </a:lnTo>
                <a:lnTo>
                  <a:pt x="1356474" y="6642100"/>
                </a:lnTo>
                <a:lnTo>
                  <a:pt x="1355166" y="6642100"/>
                </a:lnTo>
                <a:lnTo>
                  <a:pt x="1378572" y="6680200"/>
                </a:lnTo>
                <a:lnTo>
                  <a:pt x="1377238" y="6680200"/>
                </a:lnTo>
                <a:lnTo>
                  <a:pt x="1400949" y="6718300"/>
                </a:lnTo>
                <a:lnTo>
                  <a:pt x="1399616" y="6718300"/>
                </a:lnTo>
                <a:lnTo>
                  <a:pt x="1423631" y="6756400"/>
                </a:lnTo>
                <a:lnTo>
                  <a:pt x="1422273" y="6756400"/>
                </a:lnTo>
                <a:lnTo>
                  <a:pt x="1446593" y="6794500"/>
                </a:lnTo>
                <a:lnTo>
                  <a:pt x="1445221" y="6794500"/>
                </a:lnTo>
                <a:lnTo>
                  <a:pt x="1469847" y="6832600"/>
                </a:lnTo>
                <a:lnTo>
                  <a:pt x="1476755" y="6832600"/>
                </a:lnTo>
                <a:lnTo>
                  <a:pt x="1493367" y="6858000"/>
                </a:lnTo>
                <a:lnTo>
                  <a:pt x="1491970" y="6858000"/>
                </a:lnTo>
                <a:lnTo>
                  <a:pt x="1517192" y="6896100"/>
                </a:lnTo>
                <a:lnTo>
                  <a:pt x="1515757" y="6896100"/>
                </a:lnTo>
                <a:lnTo>
                  <a:pt x="1541284" y="6934200"/>
                </a:lnTo>
                <a:lnTo>
                  <a:pt x="1539836" y="6934200"/>
                </a:lnTo>
                <a:lnTo>
                  <a:pt x="1565655" y="6972300"/>
                </a:lnTo>
                <a:lnTo>
                  <a:pt x="1564195" y="6972300"/>
                </a:lnTo>
                <a:lnTo>
                  <a:pt x="1590306" y="6997700"/>
                </a:lnTo>
                <a:lnTo>
                  <a:pt x="1588833" y="6997700"/>
                </a:lnTo>
                <a:lnTo>
                  <a:pt x="1615224" y="7035800"/>
                </a:lnTo>
                <a:lnTo>
                  <a:pt x="1613738" y="7035800"/>
                </a:lnTo>
                <a:lnTo>
                  <a:pt x="1640433" y="7073900"/>
                </a:lnTo>
                <a:lnTo>
                  <a:pt x="1638934" y="7073900"/>
                </a:lnTo>
                <a:lnTo>
                  <a:pt x="1665909" y="7112000"/>
                </a:lnTo>
                <a:lnTo>
                  <a:pt x="1673470" y="7112000"/>
                </a:lnTo>
                <a:lnTo>
                  <a:pt x="1691640" y="7137400"/>
                </a:lnTo>
                <a:lnTo>
                  <a:pt x="1690115" y="7137400"/>
                </a:lnTo>
                <a:lnTo>
                  <a:pt x="1717662" y="7175500"/>
                </a:lnTo>
                <a:lnTo>
                  <a:pt x="1716100" y="7175500"/>
                </a:lnTo>
                <a:lnTo>
                  <a:pt x="1743938" y="7200900"/>
                </a:lnTo>
                <a:lnTo>
                  <a:pt x="1742376" y="7200900"/>
                </a:lnTo>
                <a:lnTo>
                  <a:pt x="1770494" y="7239000"/>
                </a:lnTo>
                <a:lnTo>
                  <a:pt x="1768906" y="7239000"/>
                </a:lnTo>
                <a:lnTo>
                  <a:pt x="1797303" y="7277100"/>
                </a:lnTo>
                <a:lnTo>
                  <a:pt x="1810511" y="7277100"/>
                </a:lnTo>
                <a:lnTo>
                  <a:pt x="1810511" y="7747000"/>
                </a:lnTo>
                <a:lnTo>
                  <a:pt x="1585633" y="7962900"/>
                </a:lnTo>
                <a:close/>
              </a:path>
              <a:path w="1811019" h="7962900">
                <a:moveTo>
                  <a:pt x="1377251" y="1282700"/>
                </a:moveTo>
                <a:lnTo>
                  <a:pt x="1378572" y="1270000"/>
                </a:lnTo>
                <a:lnTo>
                  <a:pt x="1385155" y="1270000"/>
                </a:lnTo>
                <a:lnTo>
                  <a:pt x="1377251" y="1282700"/>
                </a:lnTo>
                <a:close/>
              </a:path>
              <a:path w="1811019" h="7962900">
                <a:moveTo>
                  <a:pt x="1009205" y="2006600"/>
                </a:moveTo>
                <a:lnTo>
                  <a:pt x="1010196" y="1993900"/>
                </a:lnTo>
                <a:lnTo>
                  <a:pt x="1013602" y="1993900"/>
                </a:lnTo>
                <a:lnTo>
                  <a:pt x="1009205" y="2006600"/>
                </a:lnTo>
                <a:close/>
              </a:path>
              <a:path w="1811019" h="7962900">
                <a:moveTo>
                  <a:pt x="916508" y="2247900"/>
                </a:moveTo>
                <a:lnTo>
                  <a:pt x="917371" y="2235200"/>
                </a:lnTo>
                <a:lnTo>
                  <a:pt x="920388" y="2235200"/>
                </a:lnTo>
                <a:lnTo>
                  <a:pt x="916508" y="2247900"/>
                </a:lnTo>
                <a:close/>
              </a:path>
              <a:path w="1811019" h="7962900">
                <a:moveTo>
                  <a:pt x="861288" y="2413000"/>
                </a:moveTo>
                <a:lnTo>
                  <a:pt x="862075" y="2400300"/>
                </a:lnTo>
                <a:lnTo>
                  <a:pt x="864816" y="2400300"/>
                </a:lnTo>
                <a:lnTo>
                  <a:pt x="861288" y="2413000"/>
                </a:lnTo>
                <a:close/>
              </a:path>
              <a:path w="1811019" h="7962900">
                <a:moveTo>
                  <a:pt x="811453" y="2578100"/>
                </a:moveTo>
                <a:lnTo>
                  <a:pt x="812152" y="2565400"/>
                </a:lnTo>
                <a:lnTo>
                  <a:pt x="814622" y="2565400"/>
                </a:lnTo>
                <a:lnTo>
                  <a:pt x="811453" y="2578100"/>
                </a:lnTo>
                <a:close/>
              </a:path>
              <a:path w="1811019" h="7962900">
                <a:moveTo>
                  <a:pt x="777659" y="2705100"/>
                </a:moveTo>
                <a:lnTo>
                  <a:pt x="778306" y="2692400"/>
                </a:lnTo>
                <a:lnTo>
                  <a:pt x="780554" y="2692400"/>
                </a:lnTo>
                <a:lnTo>
                  <a:pt x="777659" y="2705100"/>
                </a:lnTo>
                <a:close/>
              </a:path>
              <a:path w="1811019" h="7962900">
                <a:moveTo>
                  <a:pt x="747001" y="2832100"/>
                </a:moveTo>
                <a:lnTo>
                  <a:pt x="747585" y="2819400"/>
                </a:lnTo>
                <a:lnTo>
                  <a:pt x="749620" y="2819400"/>
                </a:lnTo>
                <a:lnTo>
                  <a:pt x="747001" y="2832100"/>
                </a:lnTo>
                <a:close/>
              </a:path>
              <a:path w="1811019" h="7962900">
                <a:moveTo>
                  <a:pt x="702970" y="3048000"/>
                </a:moveTo>
                <a:lnTo>
                  <a:pt x="703440" y="3035300"/>
                </a:lnTo>
                <a:lnTo>
                  <a:pt x="705116" y="3035300"/>
                </a:lnTo>
                <a:lnTo>
                  <a:pt x="702970" y="3048000"/>
                </a:lnTo>
                <a:close/>
              </a:path>
              <a:path w="1811019" h="7962900">
                <a:moveTo>
                  <a:pt x="623582" y="3759200"/>
                </a:moveTo>
                <a:lnTo>
                  <a:pt x="623696" y="3746500"/>
                </a:lnTo>
                <a:lnTo>
                  <a:pt x="624151" y="3746500"/>
                </a:lnTo>
                <a:lnTo>
                  <a:pt x="623582" y="3759200"/>
                </a:lnTo>
                <a:close/>
              </a:path>
              <a:path w="1811019" h="7962900">
                <a:moveTo>
                  <a:pt x="620471" y="3848100"/>
                </a:moveTo>
                <a:lnTo>
                  <a:pt x="620547" y="3835400"/>
                </a:lnTo>
                <a:lnTo>
                  <a:pt x="620833" y="3835400"/>
                </a:lnTo>
                <a:lnTo>
                  <a:pt x="620471" y="3848100"/>
                </a:lnTo>
                <a:close/>
              </a:path>
              <a:path w="1811019" h="7962900">
                <a:moveTo>
                  <a:pt x="619747" y="4076700"/>
                </a:moveTo>
                <a:lnTo>
                  <a:pt x="619544" y="4076700"/>
                </a:lnTo>
                <a:lnTo>
                  <a:pt x="619531" y="4068531"/>
                </a:lnTo>
                <a:lnTo>
                  <a:pt x="619747" y="4076700"/>
                </a:lnTo>
                <a:close/>
              </a:path>
              <a:path w="1811019" h="7962900">
                <a:moveTo>
                  <a:pt x="629002" y="4305300"/>
                </a:moveTo>
                <a:lnTo>
                  <a:pt x="628396" y="4305300"/>
                </a:lnTo>
                <a:lnTo>
                  <a:pt x="628230" y="4292600"/>
                </a:lnTo>
                <a:lnTo>
                  <a:pt x="629002" y="4305300"/>
                </a:lnTo>
                <a:close/>
              </a:path>
              <a:path w="1811019" h="7962900">
                <a:moveTo>
                  <a:pt x="635390" y="4394200"/>
                </a:moveTo>
                <a:lnTo>
                  <a:pt x="634631" y="4394200"/>
                </a:lnTo>
                <a:lnTo>
                  <a:pt x="634415" y="4381500"/>
                </a:lnTo>
                <a:lnTo>
                  <a:pt x="635390" y="4394200"/>
                </a:lnTo>
                <a:close/>
              </a:path>
              <a:path w="1811019" h="7962900">
                <a:moveTo>
                  <a:pt x="643296" y="4483100"/>
                </a:moveTo>
                <a:lnTo>
                  <a:pt x="642378" y="4483100"/>
                </a:lnTo>
                <a:lnTo>
                  <a:pt x="642124" y="4470400"/>
                </a:lnTo>
                <a:lnTo>
                  <a:pt x="643296" y="4483100"/>
                </a:lnTo>
                <a:close/>
              </a:path>
              <a:path w="1811019" h="7962900">
                <a:moveTo>
                  <a:pt x="652703" y="4572000"/>
                </a:moveTo>
                <a:lnTo>
                  <a:pt x="651636" y="4572000"/>
                </a:lnTo>
                <a:lnTo>
                  <a:pt x="651332" y="4559300"/>
                </a:lnTo>
                <a:lnTo>
                  <a:pt x="652703" y="4572000"/>
                </a:lnTo>
                <a:close/>
              </a:path>
              <a:path w="1811019" h="7962900">
                <a:moveTo>
                  <a:pt x="663606" y="4660900"/>
                </a:moveTo>
                <a:lnTo>
                  <a:pt x="662381" y="4660900"/>
                </a:lnTo>
                <a:lnTo>
                  <a:pt x="662038" y="4648200"/>
                </a:lnTo>
                <a:lnTo>
                  <a:pt x="663606" y="4660900"/>
                </a:lnTo>
                <a:close/>
              </a:path>
              <a:path w="1811019" h="7962900">
                <a:moveTo>
                  <a:pt x="675979" y="4749800"/>
                </a:moveTo>
                <a:lnTo>
                  <a:pt x="674598" y="4749800"/>
                </a:lnTo>
                <a:lnTo>
                  <a:pt x="674217" y="4737100"/>
                </a:lnTo>
                <a:lnTo>
                  <a:pt x="675979" y="4749800"/>
                </a:lnTo>
                <a:close/>
              </a:path>
              <a:path w="1811019" h="7962900">
                <a:moveTo>
                  <a:pt x="730751" y="5054600"/>
                </a:moveTo>
                <a:lnTo>
                  <a:pt x="728865" y="5054600"/>
                </a:lnTo>
                <a:lnTo>
                  <a:pt x="728319" y="5041900"/>
                </a:lnTo>
                <a:lnTo>
                  <a:pt x="730751" y="5054600"/>
                </a:lnTo>
                <a:close/>
              </a:path>
              <a:path w="1811019" h="7962900">
                <a:moveTo>
                  <a:pt x="759580" y="5181600"/>
                </a:moveTo>
                <a:lnTo>
                  <a:pt x="757478" y="5181600"/>
                </a:lnTo>
                <a:lnTo>
                  <a:pt x="756869" y="5168900"/>
                </a:lnTo>
                <a:lnTo>
                  <a:pt x="759580" y="5181600"/>
                </a:lnTo>
                <a:close/>
              </a:path>
              <a:path w="1811019" h="7962900">
                <a:moveTo>
                  <a:pt x="791568" y="5308600"/>
                </a:moveTo>
                <a:lnTo>
                  <a:pt x="789241" y="5308600"/>
                </a:lnTo>
                <a:lnTo>
                  <a:pt x="788581" y="5295900"/>
                </a:lnTo>
                <a:lnTo>
                  <a:pt x="791568" y="5308600"/>
                </a:lnTo>
                <a:close/>
              </a:path>
              <a:path w="1811019" h="7962900">
                <a:moveTo>
                  <a:pt x="826662" y="5435600"/>
                </a:moveTo>
                <a:lnTo>
                  <a:pt x="824128" y="5435600"/>
                </a:lnTo>
                <a:lnTo>
                  <a:pt x="823404" y="5422900"/>
                </a:lnTo>
                <a:lnTo>
                  <a:pt x="826662" y="5435600"/>
                </a:lnTo>
                <a:close/>
              </a:path>
              <a:path w="1811019" h="7962900">
                <a:moveTo>
                  <a:pt x="878205" y="5600700"/>
                </a:moveTo>
                <a:lnTo>
                  <a:pt x="875398" y="5600700"/>
                </a:lnTo>
                <a:lnTo>
                  <a:pt x="874585" y="5588000"/>
                </a:lnTo>
                <a:lnTo>
                  <a:pt x="878205" y="5600700"/>
                </a:lnTo>
                <a:close/>
              </a:path>
              <a:path w="1811019" h="7962900">
                <a:moveTo>
                  <a:pt x="935107" y="5765800"/>
                </a:moveTo>
                <a:lnTo>
                  <a:pt x="932027" y="5765800"/>
                </a:lnTo>
                <a:lnTo>
                  <a:pt x="931138" y="5753100"/>
                </a:lnTo>
                <a:lnTo>
                  <a:pt x="935107" y="5765800"/>
                </a:lnTo>
                <a:close/>
              </a:path>
              <a:path w="1811019" h="7962900">
                <a:moveTo>
                  <a:pt x="1047248" y="6045200"/>
                </a:moveTo>
                <a:lnTo>
                  <a:pt x="1043711" y="6045200"/>
                </a:lnTo>
                <a:lnTo>
                  <a:pt x="1042682" y="6032500"/>
                </a:lnTo>
                <a:lnTo>
                  <a:pt x="1047248" y="6045200"/>
                </a:lnTo>
                <a:close/>
              </a:path>
              <a:path w="1811019" h="7962900">
                <a:moveTo>
                  <a:pt x="1064552" y="6083300"/>
                </a:moveTo>
                <a:lnTo>
                  <a:pt x="1060945" y="6083300"/>
                </a:lnTo>
                <a:lnTo>
                  <a:pt x="1059903" y="6070600"/>
                </a:lnTo>
                <a:lnTo>
                  <a:pt x="1064552" y="6083300"/>
                </a:lnTo>
                <a:close/>
              </a:path>
              <a:path w="1811019" h="7962900">
                <a:moveTo>
                  <a:pt x="1317580" y="6578600"/>
                </a:moveTo>
                <a:lnTo>
                  <a:pt x="1313154" y="6578600"/>
                </a:lnTo>
                <a:lnTo>
                  <a:pt x="1311884" y="6565900"/>
                </a:lnTo>
                <a:lnTo>
                  <a:pt x="1317580" y="6578600"/>
                </a:lnTo>
                <a:close/>
              </a:path>
              <a:path w="1811019" h="7962900">
                <a:moveTo>
                  <a:pt x="1341073" y="6616700"/>
                </a:moveTo>
                <a:lnTo>
                  <a:pt x="1334668" y="6616700"/>
                </a:lnTo>
                <a:lnTo>
                  <a:pt x="1333373" y="6604000"/>
                </a:lnTo>
                <a:lnTo>
                  <a:pt x="1341073" y="6616700"/>
                </a:lnTo>
                <a:close/>
              </a:path>
              <a:path w="1811019" h="7962900">
                <a:moveTo>
                  <a:pt x="1476755" y="6832600"/>
                </a:moveTo>
                <a:lnTo>
                  <a:pt x="1469847" y="6832600"/>
                </a:lnTo>
                <a:lnTo>
                  <a:pt x="1468450" y="6819900"/>
                </a:lnTo>
                <a:lnTo>
                  <a:pt x="1476755" y="6832600"/>
                </a:lnTo>
                <a:close/>
              </a:path>
              <a:path w="1811019" h="7962900">
                <a:moveTo>
                  <a:pt x="1673470" y="7112000"/>
                </a:moveTo>
                <a:lnTo>
                  <a:pt x="1665909" y="7112000"/>
                </a:lnTo>
                <a:lnTo>
                  <a:pt x="1664385" y="7099300"/>
                </a:lnTo>
                <a:lnTo>
                  <a:pt x="1673470" y="7112000"/>
                </a:lnTo>
                <a:close/>
              </a:path>
              <a:path w="1811019" h="7962900">
                <a:moveTo>
                  <a:pt x="1805262" y="7277100"/>
                </a:moveTo>
                <a:lnTo>
                  <a:pt x="1797303" y="7277100"/>
                </a:lnTo>
                <a:lnTo>
                  <a:pt x="1795703" y="7264400"/>
                </a:lnTo>
                <a:lnTo>
                  <a:pt x="1805262" y="72771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0826" y="252094"/>
            <a:ext cx="11049635" cy="821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9761" y="1628775"/>
            <a:ext cx="15508477" cy="7158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67334" y="0"/>
            <a:ext cx="4820920" cy="1609725"/>
          </a:xfrm>
          <a:custGeom>
            <a:avLst/>
            <a:gdLst/>
            <a:ahLst/>
            <a:cxnLst/>
            <a:rect l="l" t="t" r="r" b="b"/>
            <a:pathLst>
              <a:path w="4820919" h="1609725">
                <a:moveTo>
                  <a:pt x="4783607" y="1532953"/>
                </a:moveTo>
                <a:lnTo>
                  <a:pt x="2801213" y="1532953"/>
                </a:lnTo>
                <a:lnTo>
                  <a:pt x="2704846" y="1507553"/>
                </a:lnTo>
                <a:lnTo>
                  <a:pt x="2656865" y="1507553"/>
                </a:lnTo>
                <a:lnTo>
                  <a:pt x="2611183" y="1494853"/>
                </a:lnTo>
                <a:lnTo>
                  <a:pt x="2561348" y="1482153"/>
                </a:lnTo>
                <a:lnTo>
                  <a:pt x="2419172" y="1444053"/>
                </a:lnTo>
                <a:lnTo>
                  <a:pt x="2372080" y="1444053"/>
                </a:lnTo>
                <a:lnTo>
                  <a:pt x="2278354" y="1418653"/>
                </a:lnTo>
                <a:lnTo>
                  <a:pt x="2233828" y="1405953"/>
                </a:lnTo>
                <a:lnTo>
                  <a:pt x="2185263" y="1393253"/>
                </a:lnTo>
                <a:lnTo>
                  <a:pt x="2138959" y="1367853"/>
                </a:lnTo>
                <a:lnTo>
                  <a:pt x="1909914" y="1304353"/>
                </a:lnTo>
                <a:lnTo>
                  <a:pt x="1864601" y="1278953"/>
                </a:lnTo>
                <a:lnTo>
                  <a:pt x="1821510" y="1266253"/>
                </a:lnTo>
                <a:lnTo>
                  <a:pt x="1774520" y="1253553"/>
                </a:lnTo>
                <a:lnTo>
                  <a:pt x="1729752" y="1228153"/>
                </a:lnTo>
                <a:lnTo>
                  <a:pt x="1640738" y="1202753"/>
                </a:lnTo>
                <a:lnTo>
                  <a:pt x="1596517" y="1177353"/>
                </a:lnTo>
                <a:lnTo>
                  <a:pt x="1554441" y="1164653"/>
                </a:lnTo>
                <a:lnTo>
                  <a:pt x="1510576" y="1139253"/>
                </a:lnTo>
                <a:lnTo>
                  <a:pt x="1466900" y="1126553"/>
                </a:lnTo>
                <a:lnTo>
                  <a:pt x="1421460" y="1101153"/>
                </a:lnTo>
                <a:lnTo>
                  <a:pt x="1378165" y="1088453"/>
                </a:lnTo>
                <a:lnTo>
                  <a:pt x="1335074" y="1063053"/>
                </a:lnTo>
                <a:lnTo>
                  <a:pt x="1292174" y="1050353"/>
                </a:lnTo>
                <a:lnTo>
                  <a:pt x="1251381" y="1024953"/>
                </a:lnTo>
                <a:lnTo>
                  <a:pt x="1206969" y="999553"/>
                </a:lnTo>
                <a:lnTo>
                  <a:pt x="1164666" y="986853"/>
                </a:lnTo>
                <a:lnTo>
                  <a:pt x="1122578" y="961453"/>
                </a:lnTo>
                <a:lnTo>
                  <a:pt x="1082548" y="936053"/>
                </a:lnTo>
                <a:lnTo>
                  <a:pt x="1038986" y="910653"/>
                </a:lnTo>
                <a:lnTo>
                  <a:pt x="997508" y="885253"/>
                </a:lnTo>
                <a:lnTo>
                  <a:pt x="956233" y="872553"/>
                </a:lnTo>
                <a:lnTo>
                  <a:pt x="874331" y="821753"/>
                </a:lnTo>
                <a:lnTo>
                  <a:pt x="673379" y="694753"/>
                </a:lnTo>
                <a:lnTo>
                  <a:pt x="478015" y="567753"/>
                </a:lnTo>
                <a:lnTo>
                  <a:pt x="441337" y="542353"/>
                </a:lnTo>
                <a:lnTo>
                  <a:pt x="401485" y="504253"/>
                </a:lnTo>
                <a:lnTo>
                  <a:pt x="288480" y="428053"/>
                </a:lnTo>
                <a:lnTo>
                  <a:pt x="251282" y="389953"/>
                </a:lnTo>
                <a:lnTo>
                  <a:pt x="141185" y="313753"/>
                </a:lnTo>
                <a:lnTo>
                  <a:pt x="106578" y="275653"/>
                </a:lnTo>
                <a:lnTo>
                  <a:pt x="70611" y="250253"/>
                </a:lnTo>
                <a:lnTo>
                  <a:pt x="33312" y="212153"/>
                </a:lnTo>
                <a:lnTo>
                  <a:pt x="0" y="186753"/>
                </a:lnTo>
                <a:lnTo>
                  <a:pt x="165799" y="0"/>
                </a:lnTo>
                <a:lnTo>
                  <a:pt x="573769" y="0"/>
                </a:lnTo>
                <a:lnTo>
                  <a:pt x="604062" y="21653"/>
                </a:lnTo>
                <a:lnTo>
                  <a:pt x="602411" y="21653"/>
                </a:lnTo>
                <a:lnTo>
                  <a:pt x="638175" y="47053"/>
                </a:lnTo>
                <a:lnTo>
                  <a:pt x="636498" y="47053"/>
                </a:lnTo>
                <a:lnTo>
                  <a:pt x="672490" y="72453"/>
                </a:lnTo>
                <a:lnTo>
                  <a:pt x="670813" y="72453"/>
                </a:lnTo>
                <a:lnTo>
                  <a:pt x="707034" y="97853"/>
                </a:lnTo>
                <a:lnTo>
                  <a:pt x="705332" y="97853"/>
                </a:lnTo>
                <a:lnTo>
                  <a:pt x="741781" y="123253"/>
                </a:lnTo>
                <a:lnTo>
                  <a:pt x="740079" y="123253"/>
                </a:lnTo>
                <a:lnTo>
                  <a:pt x="776757" y="148653"/>
                </a:lnTo>
                <a:lnTo>
                  <a:pt x="775042" y="148653"/>
                </a:lnTo>
                <a:lnTo>
                  <a:pt x="811936" y="174053"/>
                </a:lnTo>
                <a:lnTo>
                  <a:pt x="810196" y="174053"/>
                </a:lnTo>
                <a:lnTo>
                  <a:pt x="847318" y="199453"/>
                </a:lnTo>
                <a:lnTo>
                  <a:pt x="864234" y="199453"/>
                </a:lnTo>
                <a:lnTo>
                  <a:pt x="882903" y="212153"/>
                </a:lnTo>
                <a:lnTo>
                  <a:pt x="881164" y="212153"/>
                </a:lnTo>
                <a:lnTo>
                  <a:pt x="918705" y="237553"/>
                </a:lnTo>
                <a:lnTo>
                  <a:pt x="916939" y="237553"/>
                </a:lnTo>
                <a:lnTo>
                  <a:pt x="954709" y="262953"/>
                </a:lnTo>
                <a:lnTo>
                  <a:pt x="952931" y="262953"/>
                </a:lnTo>
                <a:lnTo>
                  <a:pt x="990917" y="288353"/>
                </a:lnTo>
                <a:lnTo>
                  <a:pt x="989139" y="288353"/>
                </a:lnTo>
                <a:lnTo>
                  <a:pt x="1027328" y="313753"/>
                </a:lnTo>
                <a:lnTo>
                  <a:pt x="1025537" y="313753"/>
                </a:lnTo>
                <a:lnTo>
                  <a:pt x="1063929" y="339153"/>
                </a:lnTo>
                <a:lnTo>
                  <a:pt x="1081430" y="339153"/>
                </a:lnTo>
                <a:lnTo>
                  <a:pt x="1100734" y="351853"/>
                </a:lnTo>
                <a:lnTo>
                  <a:pt x="1098918" y="351853"/>
                </a:lnTo>
                <a:lnTo>
                  <a:pt x="1137742" y="377253"/>
                </a:lnTo>
                <a:lnTo>
                  <a:pt x="1135913" y="377253"/>
                </a:lnTo>
                <a:lnTo>
                  <a:pt x="1174927" y="402653"/>
                </a:lnTo>
                <a:lnTo>
                  <a:pt x="1173098" y="402653"/>
                </a:lnTo>
                <a:lnTo>
                  <a:pt x="1212316" y="415353"/>
                </a:lnTo>
                <a:lnTo>
                  <a:pt x="1210475" y="415353"/>
                </a:lnTo>
                <a:lnTo>
                  <a:pt x="1249908" y="440753"/>
                </a:lnTo>
                <a:lnTo>
                  <a:pt x="1248041" y="440753"/>
                </a:lnTo>
                <a:lnTo>
                  <a:pt x="1287665" y="466153"/>
                </a:lnTo>
                <a:lnTo>
                  <a:pt x="1285811" y="466153"/>
                </a:lnTo>
                <a:lnTo>
                  <a:pt x="1325625" y="478853"/>
                </a:lnTo>
                <a:lnTo>
                  <a:pt x="1323746" y="478853"/>
                </a:lnTo>
                <a:lnTo>
                  <a:pt x="1363776" y="504253"/>
                </a:lnTo>
                <a:lnTo>
                  <a:pt x="1361884" y="504253"/>
                </a:lnTo>
                <a:lnTo>
                  <a:pt x="1402105" y="529653"/>
                </a:lnTo>
                <a:lnTo>
                  <a:pt x="1420406" y="529653"/>
                </a:lnTo>
                <a:lnTo>
                  <a:pt x="1440611" y="542353"/>
                </a:lnTo>
                <a:lnTo>
                  <a:pt x="1438706" y="542353"/>
                </a:lnTo>
                <a:lnTo>
                  <a:pt x="1479308" y="567753"/>
                </a:lnTo>
                <a:lnTo>
                  <a:pt x="1477390" y="567753"/>
                </a:lnTo>
                <a:lnTo>
                  <a:pt x="1518183" y="580453"/>
                </a:lnTo>
                <a:lnTo>
                  <a:pt x="1516252" y="580453"/>
                </a:lnTo>
                <a:lnTo>
                  <a:pt x="1557235" y="605853"/>
                </a:lnTo>
                <a:lnTo>
                  <a:pt x="1575873" y="605853"/>
                </a:lnTo>
                <a:lnTo>
                  <a:pt x="1596453" y="618553"/>
                </a:lnTo>
                <a:lnTo>
                  <a:pt x="1594523" y="618553"/>
                </a:lnTo>
                <a:lnTo>
                  <a:pt x="1635861" y="631253"/>
                </a:lnTo>
                <a:lnTo>
                  <a:pt x="1633905" y="631253"/>
                </a:lnTo>
                <a:lnTo>
                  <a:pt x="1675434" y="656653"/>
                </a:lnTo>
                <a:lnTo>
                  <a:pt x="1673478" y="656653"/>
                </a:lnTo>
                <a:lnTo>
                  <a:pt x="1715185" y="669353"/>
                </a:lnTo>
                <a:lnTo>
                  <a:pt x="1713217" y="669353"/>
                </a:lnTo>
                <a:lnTo>
                  <a:pt x="1755101" y="694753"/>
                </a:lnTo>
                <a:lnTo>
                  <a:pt x="1774164" y="694753"/>
                </a:lnTo>
                <a:lnTo>
                  <a:pt x="1795195" y="707453"/>
                </a:lnTo>
                <a:lnTo>
                  <a:pt x="1793214" y="707453"/>
                </a:lnTo>
                <a:lnTo>
                  <a:pt x="1835454" y="720153"/>
                </a:lnTo>
                <a:lnTo>
                  <a:pt x="1833460" y="720153"/>
                </a:lnTo>
                <a:lnTo>
                  <a:pt x="1875866" y="732853"/>
                </a:lnTo>
                <a:lnTo>
                  <a:pt x="1873859" y="732853"/>
                </a:lnTo>
                <a:lnTo>
                  <a:pt x="1916455" y="758253"/>
                </a:lnTo>
                <a:lnTo>
                  <a:pt x="1914448" y="758253"/>
                </a:lnTo>
                <a:lnTo>
                  <a:pt x="1957209" y="770953"/>
                </a:lnTo>
                <a:lnTo>
                  <a:pt x="1955177" y="770953"/>
                </a:lnTo>
                <a:lnTo>
                  <a:pt x="1998103" y="783653"/>
                </a:lnTo>
                <a:lnTo>
                  <a:pt x="1996084" y="783653"/>
                </a:lnTo>
                <a:lnTo>
                  <a:pt x="2039175" y="796353"/>
                </a:lnTo>
                <a:lnTo>
                  <a:pt x="2037130" y="796353"/>
                </a:lnTo>
                <a:lnTo>
                  <a:pt x="2080399" y="809053"/>
                </a:lnTo>
                <a:lnTo>
                  <a:pt x="2078354" y="809053"/>
                </a:lnTo>
                <a:lnTo>
                  <a:pt x="2121776" y="821753"/>
                </a:lnTo>
                <a:lnTo>
                  <a:pt x="2119731" y="821753"/>
                </a:lnTo>
                <a:lnTo>
                  <a:pt x="2163317" y="847153"/>
                </a:lnTo>
                <a:lnTo>
                  <a:pt x="2161247" y="847153"/>
                </a:lnTo>
                <a:lnTo>
                  <a:pt x="2204999" y="859853"/>
                </a:lnTo>
                <a:lnTo>
                  <a:pt x="2202929" y="859853"/>
                </a:lnTo>
                <a:lnTo>
                  <a:pt x="2246833" y="872553"/>
                </a:lnTo>
                <a:lnTo>
                  <a:pt x="2244763" y="872553"/>
                </a:lnTo>
                <a:lnTo>
                  <a:pt x="2288832" y="885253"/>
                </a:lnTo>
                <a:lnTo>
                  <a:pt x="2286736" y="885253"/>
                </a:lnTo>
                <a:lnTo>
                  <a:pt x="2330957" y="897953"/>
                </a:lnTo>
                <a:lnTo>
                  <a:pt x="2328875" y="897953"/>
                </a:lnTo>
                <a:lnTo>
                  <a:pt x="2373248" y="910653"/>
                </a:lnTo>
                <a:lnTo>
                  <a:pt x="2371153" y="910653"/>
                </a:lnTo>
                <a:lnTo>
                  <a:pt x="2415679" y="923353"/>
                </a:lnTo>
                <a:lnTo>
                  <a:pt x="2456129" y="923353"/>
                </a:lnTo>
                <a:lnTo>
                  <a:pt x="2500960" y="936053"/>
                </a:lnTo>
                <a:lnTo>
                  <a:pt x="2498839" y="936053"/>
                </a:lnTo>
                <a:lnTo>
                  <a:pt x="2543809" y="948753"/>
                </a:lnTo>
                <a:lnTo>
                  <a:pt x="2541689" y="948753"/>
                </a:lnTo>
                <a:lnTo>
                  <a:pt x="2586799" y="961453"/>
                </a:lnTo>
                <a:lnTo>
                  <a:pt x="2584678" y="961453"/>
                </a:lnTo>
                <a:lnTo>
                  <a:pt x="2629941" y="974153"/>
                </a:lnTo>
                <a:lnTo>
                  <a:pt x="2671063" y="974153"/>
                </a:lnTo>
                <a:lnTo>
                  <a:pt x="2716606" y="986853"/>
                </a:lnTo>
                <a:lnTo>
                  <a:pt x="2714447" y="986853"/>
                </a:lnTo>
                <a:lnTo>
                  <a:pt x="2760129" y="999553"/>
                </a:lnTo>
                <a:lnTo>
                  <a:pt x="2757982" y="999553"/>
                </a:lnTo>
                <a:lnTo>
                  <a:pt x="2803791" y="1012253"/>
                </a:lnTo>
                <a:lnTo>
                  <a:pt x="2845422" y="1012253"/>
                </a:lnTo>
                <a:lnTo>
                  <a:pt x="2891510" y="1024953"/>
                </a:lnTo>
                <a:lnTo>
                  <a:pt x="2933395" y="1024953"/>
                </a:lnTo>
                <a:lnTo>
                  <a:pt x="2979737" y="1037653"/>
                </a:lnTo>
                <a:lnTo>
                  <a:pt x="2977565" y="1037653"/>
                </a:lnTo>
                <a:lnTo>
                  <a:pt x="3024035" y="1050353"/>
                </a:lnTo>
                <a:lnTo>
                  <a:pt x="3110801" y="1050353"/>
                </a:lnTo>
                <a:lnTo>
                  <a:pt x="3157664" y="1063053"/>
                </a:lnTo>
                <a:lnTo>
                  <a:pt x="3200234" y="1063053"/>
                </a:lnTo>
                <a:lnTo>
                  <a:pt x="3247326" y="1075753"/>
                </a:lnTo>
                <a:lnTo>
                  <a:pt x="3335248" y="1075753"/>
                </a:lnTo>
                <a:lnTo>
                  <a:pt x="3382695" y="1088453"/>
                </a:lnTo>
                <a:lnTo>
                  <a:pt x="3516845" y="1088453"/>
                </a:lnTo>
                <a:lnTo>
                  <a:pt x="3564724" y="1101153"/>
                </a:lnTo>
                <a:lnTo>
                  <a:pt x="4789907" y="1101153"/>
                </a:lnTo>
                <a:lnTo>
                  <a:pt x="4820665" y="1266253"/>
                </a:lnTo>
                <a:lnTo>
                  <a:pt x="4820665" y="1523198"/>
                </a:lnTo>
                <a:lnTo>
                  <a:pt x="4783607" y="1532953"/>
                </a:lnTo>
                <a:close/>
              </a:path>
              <a:path w="4820919" h="1609725">
                <a:moveTo>
                  <a:pt x="864234" y="199453"/>
                </a:moveTo>
                <a:lnTo>
                  <a:pt x="847318" y="199453"/>
                </a:lnTo>
                <a:lnTo>
                  <a:pt x="845565" y="186753"/>
                </a:lnTo>
                <a:lnTo>
                  <a:pt x="864234" y="199453"/>
                </a:lnTo>
                <a:close/>
              </a:path>
              <a:path w="4820919" h="1609725">
                <a:moveTo>
                  <a:pt x="1081430" y="339153"/>
                </a:moveTo>
                <a:lnTo>
                  <a:pt x="1063929" y="339153"/>
                </a:lnTo>
                <a:lnTo>
                  <a:pt x="1062126" y="326453"/>
                </a:lnTo>
                <a:lnTo>
                  <a:pt x="1081430" y="339153"/>
                </a:lnTo>
                <a:close/>
              </a:path>
              <a:path w="4820919" h="1609725">
                <a:moveTo>
                  <a:pt x="1420406" y="529653"/>
                </a:moveTo>
                <a:lnTo>
                  <a:pt x="1402105" y="529653"/>
                </a:lnTo>
                <a:lnTo>
                  <a:pt x="1400200" y="516953"/>
                </a:lnTo>
                <a:lnTo>
                  <a:pt x="1420406" y="529653"/>
                </a:lnTo>
                <a:close/>
              </a:path>
              <a:path w="4820919" h="1609725">
                <a:moveTo>
                  <a:pt x="1575873" y="605853"/>
                </a:moveTo>
                <a:lnTo>
                  <a:pt x="1557235" y="605853"/>
                </a:lnTo>
                <a:lnTo>
                  <a:pt x="1555292" y="593153"/>
                </a:lnTo>
                <a:lnTo>
                  <a:pt x="1575873" y="605853"/>
                </a:lnTo>
                <a:close/>
              </a:path>
              <a:path w="4820919" h="1609725">
                <a:moveTo>
                  <a:pt x="1774164" y="694753"/>
                </a:moveTo>
                <a:lnTo>
                  <a:pt x="1755101" y="694753"/>
                </a:lnTo>
                <a:lnTo>
                  <a:pt x="1753133" y="682053"/>
                </a:lnTo>
                <a:lnTo>
                  <a:pt x="1774164" y="694753"/>
                </a:lnTo>
                <a:close/>
              </a:path>
              <a:path w="4820919" h="1609725">
                <a:moveTo>
                  <a:pt x="2458237" y="923353"/>
                </a:moveTo>
                <a:lnTo>
                  <a:pt x="2415679" y="923353"/>
                </a:lnTo>
                <a:lnTo>
                  <a:pt x="2413558" y="910653"/>
                </a:lnTo>
                <a:lnTo>
                  <a:pt x="2458237" y="923353"/>
                </a:lnTo>
                <a:close/>
              </a:path>
              <a:path w="4820919" h="1609725">
                <a:moveTo>
                  <a:pt x="4789907" y="1101153"/>
                </a:moveTo>
                <a:lnTo>
                  <a:pt x="4022255" y="1101153"/>
                </a:lnTo>
                <a:lnTo>
                  <a:pt x="4070134" y="1088453"/>
                </a:lnTo>
                <a:lnTo>
                  <a:pt x="4204284" y="1088453"/>
                </a:lnTo>
                <a:lnTo>
                  <a:pt x="4251731" y="1075753"/>
                </a:lnTo>
                <a:lnTo>
                  <a:pt x="4339653" y="1075753"/>
                </a:lnTo>
                <a:lnTo>
                  <a:pt x="4386745" y="1063053"/>
                </a:lnTo>
                <a:lnTo>
                  <a:pt x="4429328" y="1063053"/>
                </a:lnTo>
                <a:lnTo>
                  <a:pt x="4476178" y="1050353"/>
                </a:lnTo>
                <a:lnTo>
                  <a:pt x="4562944" y="1050353"/>
                </a:lnTo>
                <a:lnTo>
                  <a:pt x="4609414" y="1037653"/>
                </a:lnTo>
                <a:lnTo>
                  <a:pt x="4607242" y="1037653"/>
                </a:lnTo>
                <a:lnTo>
                  <a:pt x="4653584" y="1024953"/>
                </a:lnTo>
                <a:lnTo>
                  <a:pt x="4695469" y="1024953"/>
                </a:lnTo>
                <a:lnTo>
                  <a:pt x="4741557" y="1012253"/>
                </a:lnTo>
                <a:lnTo>
                  <a:pt x="4773345" y="1012253"/>
                </a:lnTo>
                <a:lnTo>
                  <a:pt x="4789907" y="1101153"/>
                </a:lnTo>
                <a:close/>
              </a:path>
              <a:path w="4820919" h="1609725">
                <a:moveTo>
                  <a:pt x="3068459" y="1050353"/>
                </a:moveTo>
                <a:lnTo>
                  <a:pt x="3024035" y="1050353"/>
                </a:lnTo>
                <a:lnTo>
                  <a:pt x="3021850" y="1037653"/>
                </a:lnTo>
                <a:lnTo>
                  <a:pt x="3068459" y="1050353"/>
                </a:lnTo>
                <a:close/>
              </a:path>
              <a:path w="4820919" h="1609725">
                <a:moveTo>
                  <a:pt x="4562944" y="1050353"/>
                </a:moveTo>
                <a:lnTo>
                  <a:pt x="4518520" y="1050353"/>
                </a:lnTo>
                <a:lnTo>
                  <a:pt x="4565129" y="1037653"/>
                </a:lnTo>
                <a:lnTo>
                  <a:pt x="4562944" y="1050353"/>
                </a:lnTo>
                <a:close/>
              </a:path>
              <a:path w="4820919" h="1609725">
                <a:moveTo>
                  <a:pt x="4640211" y="1558353"/>
                </a:moveTo>
                <a:lnTo>
                  <a:pt x="2946780" y="1558353"/>
                </a:lnTo>
                <a:lnTo>
                  <a:pt x="2849600" y="1532953"/>
                </a:lnTo>
                <a:lnTo>
                  <a:pt x="4735207" y="1532953"/>
                </a:lnTo>
                <a:lnTo>
                  <a:pt x="4688865" y="1545653"/>
                </a:lnTo>
                <a:lnTo>
                  <a:pt x="4640211" y="1558353"/>
                </a:lnTo>
                <a:close/>
              </a:path>
              <a:path w="4820919" h="1609725">
                <a:moveTo>
                  <a:pt x="4540313" y="1571053"/>
                </a:moveTo>
                <a:lnTo>
                  <a:pt x="3046666" y="1571053"/>
                </a:lnTo>
                <a:lnTo>
                  <a:pt x="2995561" y="1558353"/>
                </a:lnTo>
                <a:lnTo>
                  <a:pt x="4589221" y="1558353"/>
                </a:lnTo>
                <a:lnTo>
                  <a:pt x="4540313" y="1571053"/>
                </a:lnTo>
                <a:close/>
              </a:path>
              <a:path w="4820919" h="1609725">
                <a:moveTo>
                  <a:pt x="4442091" y="1583753"/>
                </a:moveTo>
                <a:lnTo>
                  <a:pt x="3144888" y="1583753"/>
                </a:lnTo>
                <a:lnTo>
                  <a:pt x="3093529" y="1571053"/>
                </a:lnTo>
                <a:lnTo>
                  <a:pt x="4491266" y="1571053"/>
                </a:lnTo>
                <a:lnTo>
                  <a:pt x="4442091" y="1583753"/>
                </a:lnTo>
                <a:close/>
              </a:path>
              <a:path w="4820919" h="1609725">
                <a:moveTo>
                  <a:pt x="4293844" y="1596453"/>
                </a:moveTo>
                <a:lnTo>
                  <a:pt x="3290925" y="1596453"/>
                </a:lnTo>
                <a:lnTo>
                  <a:pt x="3241395" y="1583753"/>
                </a:lnTo>
                <a:lnTo>
                  <a:pt x="4345584" y="1583753"/>
                </a:lnTo>
                <a:lnTo>
                  <a:pt x="4293844" y="1596453"/>
                </a:lnTo>
                <a:close/>
              </a:path>
              <a:path w="4820919" h="1609725">
                <a:moveTo>
                  <a:pt x="4144543" y="1609153"/>
                </a:moveTo>
                <a:lnTo>
                  <a:pt x="3442436" y="1609153"/>
                </a:lnTo>
                <a:lnTo>
                  <a:pt x="3390341" y="1596453"/>
                </a:lnTo>
                <a:lnTo>
                  <a:pt x="4194429" y="1596453"/>
                </a:lnTo>
                <a:lnTo>
                  <a:pt x="4144543" y="160915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757377"/>
            <a:ext cx="1289685" cy="6705600"/>
          </a:xfrm>
          <a:custGeom>
            <a:avLst/>
            <a:gdLst/>
            <a:ahLst/>
            <a:cxnLst/>
            <a:rect l="l" t="t" r="r" b="b"/>
            <a:pathLst>
              <a:path w="1289684" h="6705600">
                <a:moveTo>
                  <a:pt x="409727" y="292100"/>
                </a:moveTo>
                <a:lnTo>
                  <a:pt x="0" y="292100"/>
                </a:lnTo>
                <a:lnTo>
                  <a:pt x="0" y="146050"/>
                </a:lnTo>
                <a:lnTo>
                  <a:pt x="208572" y="0"/>
                </a:lnTo>
                <a:lnTo>
                  <a:pt x="212369" y="0"/>
                </a:lnTo>
                <a:lnTo>
                  <a:pt x="239699" y="38100"/>
                </a:lnTo>
                <a:lnTo>
                  <a:pt x="266712" y="76200"/>
                </a:lnTo>
                <a:lnTo>
                  <a:pt x="293433" y="114300"/>
                </a:lnTo>
                <a:lnTo>
                  <a:pt x="319836" y="152400"/>
                </a:lnTo>
                <a:lnTo>
                  <a:pt x="344766" y="190500"/>
                </a:lnTo>
                <a:lnTo>
                  <a:pt x="371703" y="228600"/>
                </a:lnTo>
                <a:lnTo>
                  <a:pt x="397154" y="266700"/>
                </a:lnTo>
                <a:lnTo>
                  <a:pt x="409727" y="292100"/>
                </a:lnTo>
                <a:close/>
              </a:path>
              <a:path w="1289684" h="6705600">
                <a:moveTo>
                  <a:pt x="95224" y="774700"/>
                </a:moveTo>
                <a:lnTo>
                  <a:pt x="72732" y="736600"/>
                </a:lnTo>
                <a:lnTo>
                  <a:pt x="73799" y="736600"/>
                </a:lnTo>
                <a:lnTo>
                  <a:pt x="51003" y="698500"/>
                </a:lnTo>
                <a:lnTo>
                  <a:pt x="52082" y="698500"/>
                </a:lnTo>
                <a:lnTo>
                  <a:pt x="28981" y="660400"/>
                </a:lnTo>
                <a:lnTo>
                  <a:pt x="30073" y="660400"/>
                </a:lnTo>
                <a:lnTo>
                  <a:pt x="6654" y="622300"/>
                </a:lnTo>
                <a:lnTo>
                  <a:pt x="7772" y="622300"/>
                </a:lnTo>
                <a:lnTo>
                  <a:pt x="0" y="609600"/>
                </a:lnTo>
                <a:lnTo>
                  <a:pt x="0" y="304800"/>
                </a:lnTo>
                <a:lnTo>
                  <a:pt x="416013" y="304800"/>
                </a:lnTo>
                <a:lnTo>
                  <a:pt x="422300" y="317500"/>
                </a:lnTo>
                <a:lnTo>
                  <a:pt x="447128" y="355600"/>
                </a:lnTo>
                <a:lnTo>
                  <a:pt x="471627" y="393700"/>
                </a:lnTo>
                <a:lnTo>
                  <a:pt x="495808" y="431800"/>
                </a:lnTo>
                <a:lnTo>
                  <a:pt x="519658" y="469900"/>
                </a:lnTo>
                <a:lnTo>
                  <a:pt x="542137" y="508000"/>
                </a:lnTo>
                <a:lnTo>
                  <a:pt x="566381" y="558800"/>
                </a:lnTo>
                <a:lnTo>
                  <a:pt x="589241" y="596900"/>
                </a:lnTo>
                <a:lnTo>
                  <a:pt x="611784" y="635000"/>
                </a:lnTo>
                <a:lnTo>
                  <a:pt x="633984" y="685800"/>
                </a:lnTo>
                <a:lnTo>
                  <a:pt x="655853" y="723900"/>
                </a:lnTo>
                <a:lnTo>
                  <a:pt x="676427" y="762000"/>
                </a:lnTo>
                <a:lnTo>
                  <a:pt x="94170" y="762000"/>
                </a:lnTo>
                <a:lnTo>
                  <a:pt x="95224" y="774700"/>
                </a:lnTo>
                <a:close/>
              </a:path>
              <a:path w="1289684" h="6705600">
                <a:moveTo>
                  <a:pt x="116332" y="812800"/>
                </a:moveTo>
                <a:lnTo>
                  <a:pt x="94170" y="762000"/>
                </a:lnTo>
                <a:lnTo>
                  <a:pt x="676427" y="762000"/>
                </a:lnTo>
                <a:lnTo>
                  <a:pt x="693039" y="800100"/>
                </a:lnTo>
                <a:lnTo>
                  <a:pt x="115303" y="800100"/>
                </a:lnTo>
                <a:lnTo>
                  <a:pt x="116332" y="812800"/>
                </a:lnTo>
                <a:close/>
              </a:path>
              <a:path w="1289684" h="6705600">
                <a:moveTo>
                  <a:pt x="137147" y="850900"/>
                </a:moveTo>
                <a:lnTo>
                  <a:pt x="115303" y="800100"/>
                </a:lnTo>
                <a:lnTo>
                  <a:pt x="693039" y="800100"/>
                </a:lnTo>
                <a:lnTo>
                  <a:pt x="698576" y="812800"/>
                </a:lnTo>
                <a:lnTo>
                  <a:pt x="711860" y="838200"/>
                </a:lnTo>
                <a:lnTo>
                  <a:pt x="136131" y="838200"/>
                </a:lnTo>
                <a:lnTo>
                  <a:pt x="137147" y="850900"/>
                </a:lnTo>
                <a:close/>
              </a:path>
              <a:path w="1289684" h="6705600">
                <a:moveTo>
                  <a:pt x="157670" y="889000"/>
                </a:moveTo>
                <a:lnTo>
                  <a:pt x="136131" y="838200"/>
                </a:lnTo>
                <a:lnTo>
                  <a:pt x="711860" y="838200"/>
                </a:lnTo>
                <a:lnTo>
                  <a:pt x="718502" y="850900"/>
                </a:lnTo>
                <a:lnTo>
                  <a:pt x="732785" y="876300"/>
                </a:lnTo>
                <a:lnTo>
                  <a:pt x="156654" y="876300"/>
                </a:lnTo>
                <a:lnTo>
                  <a:pt x="157670" y="889000"/>
                </a:lnTo>
                <a:close/>
              </a:path>
              <a:path w="1289684" h="6705600">
                <a:moveTo>
                  <a:pt x="177876" y="927100"/>
                </a:moveTo>
                <a:lnTo>
                  <a:pt x="156654" y="876300"/>
                </a:lnTo>
                <a:lnTo>
                  <a:pt x="732785" y="876300"/>
                </a:lnTo>
                <a:lnTo>
                  <a:pt x="739927" y="889000"/>
                </a:lnTo>
                <a:lnTo>
                  <a:pt x="750011" y="914400"/>
                </a:lnTo>
                <a:lnTo>
                  <a:pt x="176885" y="914400"/>
                </a:lnTo>
                <a:lnTo>
                  <a:pt x="177876" y="927100"/>
                </a:lnTo>
                <a:close/>
              </a:path>
              <a:path w="1289684" h="6705600">
                <a:moveTo>
                  <a:pt x="197777" y="965200"/>
                </a:moveTo>
                <a:lnTo>
                  <a:pt x="176885" y="914400"/>
                </a:lnTo>
                <a:lnTo>
                  <a:pt x="750011" y="914400"/>
                </a:lnTo>
                <a:lnTo>
                  <a:pt x="760095" y="939800"/>
                </a:lnTo>
                <a:lnTo>
                  <a:pt x="766406" y="952500"/>
                </a:lnTo>
                <a:lnTo>
                  <a:pt x="196799" y="952500"/>
                </a:lnTo>
                <a:lnTo>
                  <a:pt x="197777" y="965200"/>
                </a:lnTo>
                <a:close/>
              </a:path>
              <a:path w="1289684" h="6705600">
                <a:moveTo>
                  <a:pt x="217373" y="1003300"/>
                </a:moveTo>
                <a:lnTo>
                  <a:pt x="196799" y="952500"/>
                </a:lnTo>
                <a:lnTo>
                  <a:pt x="766406" y="952500"/>
                </a:lnTo>
                <a:lnTo>
                  <a:pt x="779030" y="977900"/>
                </a:lnTo>
                <a:lnTo>
                  <a:pt x="784117" y="990600"/>
                </a:lnTo>
                <a:lnTo>
                  <a:pt x="216420" y="990600"/>
                </a:lnTo>
                <a:lnTo>
                  <a:pt x="217373" y="1003300"/>
                </a:lnTo>
                <a:close/>
              </a:path>
              <a:path w="1289684" h="6705600">
                <a:moveTo>
                  <a:pt x="236664" y="1041400"/>
                </a:moveTo>
                <a:lnTo>
                  <a:pt x="216420" y="990600"/>
                </a:lnTo>
                <a:lnTo>
                  <a:pt x="784117" y="990600"/>
                </a:lnTo>
                <a:lnTo>
                  <a:pt x="799376" y="1028700"/>
                </a:lnTo>
                <a:lnTo>
                  <a:pt x="235712" y="1028700"/>
                </a:lnTo>
                <a:lnTo>
                  <a:pt x="236664" y="1041400"/>
                </a:lnTo>
                <a:close/>
              </a:path>
              <a:path w="1289684" h="6705600">
                <a:moveTo>
                  <a:pt x="379615" y="1358900"/>
                </a:moveTo>
                <a:lnTo>
                  <a:pt x="362026" y="1308100"/>
                </a:lnTo>
                <a:lnTo>
                  <a:pt x="362864" y="1308100"/>
                </a:lnTo>
                <a:lnTo>
                  <a:pt x="344932" y="1270000"/>
                </a:lnTo>
                <a:lnTo>
                  <a:pt x="345795" y="1270000"/>
                </a:lnTo>
                <a:lnTo>
                  <a:pt x="327520" y="1231900"/>
                </a:lnTo>
                <a:lnTo>
                  <a:pt x="328396" y="1231900"/>
                </a:lnTo>
                <a:lnTo>
                  <a:pt x="309791" y="1193800"/>
                </a:lnTo>
                <a:lnTo>
                  <a:pt x="310680" y="1193800"/>
                </a:lnTo>
                <a:lnTo>
                  <a:pt x="291744" y="1155700"/>
                </a:lnTo>
                <a:lnTo>
                  <a:pt x="292646" y="1155700"/>
                </a:lnTo>
                <a:lnTo>
                  <a:pt x="273380" y="1117600"/>
                </a:lnTo>
                <a:lnTo>
                  <a:pt x="274294" y="1117600"/>
                </a:lnTo>
                <a:lnTo>
                  <a:pt x="254711" y="1079500"/>
                </a:lnTo>
                <a:lnTo>
                  <a:pt x="255638" y="1079500"/>
                </a:lnTo>
                <a:lnTo>
                  <a:pt x="235712" y="1028700"/>
                </a:lnTo>
                <a:lnTo>
                  <a:pt x="799376" y="1028700"/>
                </a:lnTo>
                <a:lnTo>
                  <a:pt x="818502" y="1066800"/>
                </a:lnTo>
                <a:lnTo>
                  <a:pt x="837260" y="1117600"/>
                </a:lnTo>
                <a:lnTo>
                  <a:pt x="855675" y="1155700"/>
                </a:lnTo>
                <a:lnTo>
                  <a:pt x="873734" y="1206500"/>
                </a:lnTo>
                <a:lnTo>
                  <a:pt x="891438" y="1244600"/>
                </a:lnTo>
                <a:lnTo>
                  <a:pt x="908773" y="1295400"/>
                </a:lnTo>
                <a:lnTo>
                  <a:pt x="925753" y="1333500"/>
                </a:lnTo>
                <a:lnTo>
                  <a:pt x="931045" y="1346200"/>
                </a:lnTo>
                <a:lnTo>
                  <a:pt x="378802" y="1346200"/>
                </a:lnTo>
                <a:lnTo>
                  <a:pt x="379615" y="1358900"/>
                </a:lnTo>
                <a:close/>
              </a:path>
              <a:path w="1289684" h="6705600">
                <a:moveTo>
                  <a:pt x="515632" y="1727200"/>
                </a:moveTo>
                <a:lnTo>
                  <a:pt x="501167" y="1676400"/>
                </a:lnTo>
                <a:lnTo>
                  <a:pt x="501853" y="1676400"/>
                </a:lnTo>
                <a:lnTo>
                  <a:pt x="487032" y="1638300"/>
                </a:lnTo>
                <a:lnTo>
                  <a:pt x="487730" y="1638300"/>
                </a:lnTo>
                <a:lnTo>
                  <a:pt x="472554" y="1600200"/>
                </a:lnTo>
                <a:lnTo>
                  <a:pt x="473278" y="1600200"/>
                </a:lnTo>
                <a:lnTo>
                  <a:pt x="457758" y="1549400"/>
                </a:lnTo>
                <a:lnTo>
                  <a:pt x="458495" y="1549400"/>
                </a:lnTo>
                <a:lnTo>
                  <a:pt x="442620" y="1511300"/>
                </a:lnTo>
                <a:lnTo>
                  <a:pt x="443382" y="1511300"/>
                </a:lnTo>
                <a:lnTo>
                  <a:pt x="427151" y="1473200"/>
                </a:lnTo>
                <a:lnTo>
                  <a:pt x="427926" y="1473200"/>
                </a:lnTo>
                <a:lnTo>
                  <a:pt x="411365" y="1435100"/>
                </a:lnTo>
                <a:lnTo>
                  <a:pt x="412153" y="1435100"/>
                </a:lnTo>
                <a:lnTo>
                  <a:pt x="395236" y="1397000"/>
                </a:lnTo>
                <a:lnTo>
                  <a:pt x="396049" y="1397000"/>
                </a:lnTo>
                <a:lnTo>
                  <a:pt x="378802" y="1346200"/>
                </a:lnTo>
                <a:lnTo>
                  <a:pt x="931045" y="1346200"/>
                </a:lnTo>
                <a:lnTo>
                  <a:pt x="941628" y="1371600"/>
                </a:lnTo>
                <a:lnTo>
                  <a:pt x="958621" y="1422400"/>
                </a:lnTo>
                <a:lnTo>
                  <a:pt x="974509" y="1473200"/>
                </a:lnTo>
                <a:lnTo>
                  <a:pt x="989342" y="1511300"/>
                </a:lnTo>
                <a:lnTo>
                  <a:pt x="1004506" y="1562100"/>
                </a:lnTo>
                <a:lnTo>
                  <a:pt x="1019962" y="1600200"/>
                </a:lnTo>
                <a:lnTo>
                  <a:pt x="1034364" y="1651000"/>
                </a:lnTo>
                <a:lnTo>
                  <a:pt x="1048385" y="1701800"/>
                </a:lnTo>
                <a:lnTo>
                  <a:pt x="1052935" y="1714500"/>
                </a:lnTo>
                <a:lnTo>
                  <a:pt x="514959" y="1714500"/>
                </a:lnTo>
                <a:lnTo>
                  <a:pt x="515632" y="1727200"/>
                </a:lnTo>
                <a:close/>
              </a:path>
              <a:path w="1289684" h="6705600">
                <a:moveTo>
                  <a:pt x="654177" y="2235200"/>
                </a:moveTo>
                <a:lnTo>
                  <a:pt x="644080" y="2184400"/>
                </a:lnTo>
                <a:lnTo>
                  <a:pt x="644563" y="2184400"/>
                </a:lnTo>
                <a:lnTo>
                  <a:pt x="634085" y="2146300"/>
                </a:lnTo>
                <a:lnTo>
                  <a:pt x="634593" y="2146300"/>
                </a:lnTo>
                <a:lnTo>
                  <a:pt x="623735" y="2095500"/>
                </a:lnTo>
                <a:lnTo>
                  <a:pt x="624268" y="2095500"/>
                </a:lnTo>
                <a:lnTo>
                  <a:pt x="613041" y="2057400"/>
                </a:lnTo>
                <a:lnTo>
                  <a:pt x="613575" y="2057400"/>
                </a:lnTo>
                <a:lnTo>
                  <a:pt x="601992" y="2019300"/>
                </a:lnTo>
                <a:lnTo>
                  <a:pt x="602551" y="2019300"/>
                </a:lnTo>
                <a:lnTo>
                  <a:pt x="590600" y="1968500"/>
                </a:lnTo>
                <a:lnTo>
                  <a:pt x="591172" y="1968500"/>
                </a:lnTo>
                <a:lnTo>
                  <a:pt x="578853" y="1930400"/>
                </a:lnTo>
                <a:lnTo>
                  <a:pt x="579437" y="1930400"/>
                </a:lnTo>
                <a:lnTo>
                  <a:pt x="566762" y="1892300"/>
                </a:lnTo>
                <a:lnTo>
                  <a:pt x="567372" y="1892300"/>
                </a:lnTo>
                <a:lnTo>
                  <a:pt x="554316" y="1841500"/>
                </a:lnTo>
                <a:lnTo>
                  <a:pt x="554951" y="1841500"/>
                </a:lnTo>
                <a:lnTo>
                  <a:pt x="541540" y="1803400"/>
                </a:lnTo>
                <a:lnTo>
                  <a:pt x="542188" y="1803400"/>
                </a:lnTo>
                <a:lnTo>
                  <a:pt x="528421" y="1765300"/>
                </a:lnTo>
                <a:lnTo>
                  <a:pt x="529082" y="1765300"/>
                </a:lnTo>
                <a:lnTo>
                  <a:pt x="514959" y="1714500"/>
                </a:lnTo>
                <a:lnTo>
                  <a:pt x="1052935" y="1714500"/>
                </a:lnTo>
                <a:lnTo>
                  <a:pt x="1062037" y="1739900"/>
                </a:lnTo>
                <a:lnTo>
                  <a:pt x="1074724" y="1790700"/>
                </a:lnTo>
                <a:lnTo>
                  <a:pt x="1088199" y="1841500"/>
                </a:lnTo>
                <a:lnTo>
                  <a:pt x="1100721" y="1879600"/>
                </a:lnTo>
                <a:lnTo>
                  <a:pt x="1112837" y="1930400"/>
                </a:lnTo>
                <a:lnTo>
                  <a:pt x="1124585" y="1981200"/>
                </a:lnTo>
                <a:lnTo>
                  <a:pt x="1135430" y="2019300"/>
                </a:lnTo>
                <a:lnTo>
                  <a:pt x="1146898" y="2070100"/>
                </a:lnTo>
                <a:lnTo>
                  <a:pt x="1157465" y="2120900"/>
                </a:lnTo>
                <a:lnTo>
                  <a:pt x="1167193" y="2171700"/>
                </a:lnTo>
                <a:lnTo>
                  <a:pt x="1177417" y="2222500"/>
                </a:lnTo>
                <a:lnTo>
                  <a:pt x="653707" y="2222500"/>
                </a:lnTo>
                <a:lnTo>
                  <a:pt x="654177" y="2235200"/>
                </a:lnTo>
                <a:close/>
              </a:path>
              <a:path w="1289684" h="6705600">
                <a:moveTo>
                  <a:pt x="758329" y="2946400"/>
                </a:moveTo>
                <a:lnTo>
                  <a:pt x="754443" y="2895600"/>
                </a:lnTo>
                <a:lnTo>
                  <a:pt x="754634" y="2895600"/>
                </a:lnTo>
                <a:lnTo>
                  <a:pt x="750341" y="2844800"/>
                </a:lnTo>
                <a:lnTo>
                  <a:pt x="750544" y="2844800"/>
                </a:lnTo>
                <a:lnTo>
                  <a:pt x="745858" y="2806700"/>
                </a:lnTo>
                <a:lnTo>
                  <a:pt x="746086" y="2806700"/>
                </a:lnTo>
                <a:lnTo>
                  <a:pt x="740994" y="2755900"/>
                </a:lnTo>
                <a:lnTo>
                  <a:pt x="741235" y="2755900"/>
                </a:lnTo>
                <a:lnTo>
                  <a:pt x="735749" y="2717800"/>
                </a:lnTo>
                <a:lnTo>
                  <a:pt x="736015" y="2717800"/>
                </a:lnTo>
                <a:lnTo>
                  <a:pt x="730135" y="2667000"/>
                </a:lnTo>
                <a:lnTo>
                  <a:pt x="730427" y="2667000"/>
                </a:lnTo>
                <a:lnTo>
                  <a:pt x="724154" y="2628900"/>
                </a:lnTo>
                <a:lnTo>
                  <a:pt x="724458" y="2628900"/>
                </a:lnTo>
                <a:lnTo>
                  <a:pt x="717791" y="2578100"/>
                </a:lnTo>
                <a:lnTo>
                  <a:pt x="718108" y="2578100"/>
                </a:lnTo>
                <a:lnTo>
                  <a:pt x="711060" y="2540000"/>
                </a:lnTo>
                <a:lnTo>
                  <a:pt x="711403" y="2540000"/>
                </a:lnTo>
                <a:lnTo>
                  <a:pt x="703961" y="2489200"/>
                </a:lnTo>
                <a:lnTo>
                  <a:pt x="704316" y="2489200"/>
                </a:lnTo>
                <a:lnTo>
                  <a:pt x="696493" y="2451100"/>
                </a:lnTo>
                <a:lnTo>
                  <a:pt x="696874" y="2451100"/>
                </a:lnTo>
                <a:lnTo>
                  <a:pt x="688657" y="2400300"/>
                </a:lnTo>
                <a:lnTo>
                  <a:pt x="689063" y="2400300"/>
                </a:lnTo>
                <a:lnTo>
                  <a:pt x="680466" y="2362200"/>
                </a:lnTo>
                <a:lnTo>
                  <a:pt x="680885" y="2362200"/>
                </a:lnTo>
                <a:lnTo>
                  <a:pt x="671906" y="2311400"/>
                </a:lnTo>
                <a:lnTo>
                  <a:pt x="672338" y="2311400"/>
                </a:lnTo>
                <a:lnTo>
                  <a:pt x="662990" y="2273300"/>
                </a:lnTo>
                <a:lnTo>
                  <a:pt x="663435" y="2273300"/>
                </a:lnTo>
                <a:lnTo>
                  <a:pt x="653707" y="2222500"/>
                </a:lnTo>
                <a:lnTo>
                  <a:pt x="1177417" y="2222500"/>
                </a:lnTo>
                <a:lnTo>
                  <a:pt x="1186395" y="2260600"/>
                </a:lnTo>
                <a:lnTo>
                  <a:pt x="1195793" y="2311400"/>
                </a:lnTo>
                <a:lnTo>
                  <a:pt x="1204379" y="2362200"/>
                </a:lnTo>
                <a:lnTo>
                  <a:pt x="1212557" y="2413000"/>
                </a:lnTo>
                <a:lnTo>
                  <a:pt x="1220343" y="2463800"/>
                </a:lnTo>
                <a:lnTo>
                  <a:pt x="1227721" y="2501900"/>
                </a:lnTo>
                <a:lnTo>
                  <a:pt x="1234681" y="2552700"/>
                </a:lnTo>
                <a:lnTo>
                  <a:pt x="1241247" y="2603500"/>
                </a:lnTo>
                <a:lnTo>
                  <a:pt x="1247127" y="2654300"/>
                </a:lnTo>
                <a:lnTo>
                  <a:pt x="1252880" y="2705100"/>
                </a:lnTo>
                <a:lnTo>
                  <a:pt x="1258443" y="2755900"/>
                </a:lnTo>
                <a:lnTo>
                  <a:pt x="1263345" y="2806700"/>
                </a:lnTo>
                <a:lnTo>
                  <a:pt x="1267828" y="2844800"/>
                </a:lnTo>
                <a:lnTo>
                  <a:pt x="1271727" y="2895600"/>
                </a:lnTo>
                <a:lnTo>
                  <a:pt x="1274584" y="2933700"/>
                </a:lnTo>
                <a:lnTo>
                  <a:pt x="758164" y="2933700"/>
                </a:lnTo>
                <a:lnTo>
                  <a:pt x="758329" y="2946400"/>
                </a:lnTo>
                <a:close/>
              </a:path>
              <a:path w="1289684" h="6705600">
                <a:moveTo>
                  <a:pt x="764590" y="3035300"/>
                </a:moveTo>
                <a:lnTo>
                  <a:pt x="761504" y="2984500"/>
                </a:lnTo>
                <a:lnTo>
                  <a:pt x="761657" y="2984500"/>
                </a:lnTo>
                <a:lnTo>
                  <a:pt x="758164" y="2933700"/>
                </a:lnTo>
                <a:lnTo>
                  <a:pt x="1274584" y="2933700"/>
                </a:lnTo>
                <a:lnTo>
                  <a:pt x="1275537" y="2946400"/>
                </a:lnTo>
                <a:lnTo>
                  <a:pt x="1278763" y="2997200"/>
                </a:lnTo>
                <a:lnTo>
                  <a:pt x="1280102" y="3022600"/>
                </a:lnTo>
                <a:lnTo>
                  <a:pt x="764451" y="3022600"/>
                </a:lnTo>
                <a:lnTo>
                  <a:pt x="764590" y="3035300"/>
                </a:lnTo>
                <a:close/>
              </a:path>
              <a:path w="1289684" h="6705600">
                <a:moveTo>
                  <a:pt x="1289075" y="3403600"/>
                </a:moveTo>
                <a:lnTo>
                  <a:pt x="773988" y="3403600"/>
                </a:lnTo>
                <a:lnTo>
                  <a:pt x="774090" y="3378200"/>
                </a:lnTo>
                <a:lnTo>
                  <a:pt x="774192" y="3352800"/>
                </a:lnTo>
                <a:lnTo>
                  <a:pt x="774001" y="3302000"/>
                </a:lnTo>
                <a:lnTo>
                  <a:pt x="773417" y="3263900"/>
                </a:lnTo>
                <a:lnTo>
                  <a:pt x="772439" y="3213100"/>
                </a:lnTo>
                <a:lnTo>
                  <a:pt x="771055" y="3162300"/>
                </a:lnTo>
                <a:lnTo>
                  <a:pt x="769289" y="3124200"/>
                </a:lnTo>
                <a:lnTo>
                  <a:pt x="767130" y="3073400"/>
                </a:lnTo>
                <a:lnTo>
                  <a:pt x="764451" y="3022600"/>
                </a:lnTo>
                <a:lnTo>
                  <a:pt x="1280102" y="3022600"/>
                </a:lnTo>
                <a:lnTo>
                  <a:pt x="1283830" y="3098800"/>
                </a:lnTo>
                <a:lnTo>
                  <a:pt x="1285786" y="3149600"/>
                </a:lnTo>
                <a:lnTo>
                  <a:pt x="1287373" y="3200400"/>
                </a:lnTo>
                <a:lnTo>
                  <a:pt x="1288415" y="3251200"/>
                </a:lnTo>
                <a:lnTo>
                  <a:pt x="1289075" y="3302000"/>
                </a:lnTo>
                <a:lnTo>
                  <a:pt x="1289304" y="3352800"/>
                </a:lnTo>
                <a:lnTo>
                  <a:pt x="1289244" y="3362873"/>
                </a:lnTo>
                <a:lnTo>
                  <a:pt x="1289153" y="3378200"/>
                </a:lnTo>
                <a:lnTo>
                  <a:pt x="1289075" y="3403600"/>
                </a:lnTo>
                <a:close/>
              </a:path>
              <a:path w="1289684" h="6705600">
                <a:moveTo>
                  <a:pt x="1282693" y="3632200"/>
                </a:moveTo>
                <a:lnTo>
                  <a:pt x="767016" y="3632200"/>
                </a:lnTo>
                <a:lnTo>
                  <a:pt x="769200" y="3581400"/>
                </a:lnTo>
                <a:lnTo>
                  <a:pt x="770978" y="3530600"/>
                </a:lnTo>
                <a:lnTo>
                  <a:pt x="772375" y="3492500"/>
                </a:lnTo>
                <a:lnTo>
                  <a:pt x="773379" y="3441700"/>
                </a:lnTo>
                <a:lnTo>
                  <a:pt x="774001" y="3378200"/>
                </a:lnTo>
                <a:lnTo>
                  <a:pt x="773988" y="3403600"/>
                </a:lnTo>
                <a:lnTo>
                  <a:pt x="1289075" y="3403600"/>
                </a:lnTo>
                <a:lnTo>
                  <a:pt x="1288453" y="3454400"/>
                </a:lnTo>
                <a:lnTo>
                  <a:pt x="1287373" y="3505200"/>
                </a:lnTo>
                <a:lnTo>
                  <a:pt x="1285862" y="3556000"/>
                </a:lnTo>
                <a:lnTo>
                  <a:pt x="1283830" y="3606800"/>
                </a:lnTo>
                <a:lnTo>
                  <a:pt x="1282693" y="3632200"/>
                </a:lnTo>
                <a:close/>
              </a:path>
              <a:path w="1289684" h="6705600">
                <a:moveTo>
                  <a:pt x="1258214" y="3949700"/>
                </a:moveTo>
                <a:lnTo>
                  <a:pt x="740994" y="3949700"/>
                </a:lnTo>
                <a:lnTo>
                  <a:pt x="746086" y="3898900"/>
                </a:lnTo>
                <a:lnTo>
                  <a:pt x="745858" y="3898900"/>
                </a:lnTo>
                <a:lnTo>
                  <a:pt x="750544" y="3848100"/>
                </a:lnTo>
                <a:lnTo>
                  <a:pt x="750341" y="3848100"/>
                </a:lnTo>
                <a:lnTo>
                  <a:pt x="754634" y="3810000"/>
                </a:lnTo>
                <a:lnTo>
                  <a:pt x="754443" y="3810000"/>
                </a:lnTo>
                <a:lnTo>
                  <a:pt x="758329" y="3759200"/>
                </a:lnTo>
                <a:lnTo>
                  <a:pt x="758164" y="3759200"/>
                </a:lnTo>
                <a:lnTo>
                  <a:pt x="761657" y="3721100"/>
                </a:lnTo>
                <a:lnTo>
                  <a:pt x="761504" y="3721100"/>
                </a:lnTo>
                <a:lnTo>
                  <a:pt x="764590" y="3670300"/>
                </a:lnTo>
                <a:lnTo>
                  <a:pt x="764451" y="3670300"/>
                </a:lnTo>
                <a:lnTo>
                  <a:pt x="767130" y="3619500"/>
                </a:lnTo>
                <a:lnTo>
                  <a:pt x="767016" y="3632200"/>
                </a:lnTo>
                <a:lnTo>
                  <a:pt x="1282693" y="3632200"/>
                </a:lnTo>
                <a:lnTo>
                  <a:pt x="1278763" y="3708400"/>
                </a:lnTo>
                <a:lnTo>
                  <a:pt x="1275384" y="3759200"/>
                </a:lnTo>
                <a:lnTo>
                  <a:pt x="1271727" y="3810000"/>
                </a:lnTo>
                <a:lnTo>
                  <a:pt x="1267637" y="3848100"/>
                </a:lnTo>
                <a:lnTo>
                  <a:pt x="1263345" y="3898900"/>
                </a:lnTo>
                <a:lnTo>
                  <a:pt x="1258214" y="3949700"/>
                </a:lnTo>
                <a:close/>
              </a:path>
              <a:path w="1289684" h="6705600">
                <a:moveTo>
                  <a:pt x="1248565" y="4038600"/>
                </a:moveTo>
                <a:lnTo>
                  <a:pt x="730135" y="4038600"/>
                </a:lnTo>
                <a:lnTo>
                  <a:pt x="736015" y="3987800"/>
                </a:lnTo>
                <a:lnTo>
                  <a:pt x="735749" y="3987800"/>
                </a:lnTo>
                <a:lnTo>
                  <a:pt x="741235" y="3937000"/>
                </a:lnTo>
                <a:lnTo>
                  <a:pt x="740994" y="3949700"/>
                </a:lnTo>
                <a:lnTo>
                  <a:pt x="1258214" y="3949700"/>
                </a:lnTo>
                <a:lnTo>
                  <a:pt x="1252880" y="4000500"/>
                </a:lnTo>
                <a:lnTo>
                  <a:pt x="1248565" y="4038600"/>
                </a:lnTo>
                <a:close/>
              </a:path>
              <a:path w="1289684" h="6705600">
                <a:moveTo>
                  <a:pt x="1237811" y="4127500"/>
                </a:moveTo>
                <a:lnTo>
                  <a:pt x="717791" y="4127500"/>
                </a:lnTo>
                <a:lnTo>
                  <a:pt x="724458" y="4076700"/>
                </a:lnTo>
                <a:lnTo>
                  <a:pt x="724154" y="4076700"/>
                </a:lnTo>
                <a:lnTo>
                  <a:pt x="730427" y="4025900"/>
                </a:lnTo>
                <a:lnTo>
                  <a:pt x="730135" y="4038600"/>
                </a:lnTo>
                <a:lnTo>
                  <a:pt x="1248565" y="4038600"/>
                </a:lnTo>
                <a:lnTo>
                  <a:pt x="1247127" y="4051300"/>
                </a:lnTo>
                <a:lnTo>
                  <a:pt x="1241247" y="4102100"/>
                </a:lnTo>
                <a:lnTo>
                  <a:pt x="1237811" y="4127500"/>
                </a:lnTo>
                <a:close/>
              </a:path>
              <a:path w="1289684" h="6705600">
                <a:moveTo>
                  <a:pt x="1224032" y="4216400"/>
                </a:moveTo>
                <a:lnTo>
                  <a:pt x="703961" y="4216400"/>
                </a:lnTo>
                <a:lnTo>
                  <a:pt x="711403" y="4165600"/>
                </a:lnTo>
                <a:lnTo>
                  <a:pt x="711060" y="4165600"/>
                </a:lnTo>
                <a:lnTo>
                  <a:pt x="718108" y="4114800"/>
                </a:lnTo>
                <a:lnTo>
                  <a:pt x="717791" y="4127500"/>
                </a:lnTo>
                <a:lnTo>
                  <a:pt x="1237811" y="4127500"/>
                </a:lnTo>
                <a:lnTo>
                  <a:pt x="1234376" y="4152900"/>
                </a:lnTo>
                <a:lnTo>
                  <a:pt x="1227721" y="4191000"/>
                </a:lnTo>
                <a:lnTo>
                  <a:pt x="1224032" y="4216400"/>
                </a:lnTo>
                <a:close/>
              </a:path>
              <a:path w="1289684" h="6705600">
                <a:moveTo>
                  <a:pt x="1210151" y="4305300"/>
                </a:moveTo>
                <a:lnTo>
                  <a:pt x="688657" y="4305300"/>
                </a:lnTo>
                <a:lnTo>
                  <a:pt x="696874" y="4254500"/>
                </a:lnTo>
                <a:lnTo>
                  <a:pt x="696493" y="4254500"/>
                </a:lnTo>
                <a:lnTo>
                  <a:pt x="704316" y="4203700"/>
                </a:lnTo>
                <a:lnTo>
                  <a:pt x="703961" y="4216400"/>
                </a:lnTo>
                <a:lnTo>
                  <a:pt x="1224032" y="4216400"/>
                </a:lnTo>
                <a:lnTo>
                  <a:pt x="1220343" y="4241800"/>
                </a:lnTo>
                <a:lnTo>
                  <a:pt x="1210151" y="4305300"/>
                </a:lnTo>
                <a:close/>
              </a:path>
              <a:path w="1289684" h="6705600">
                <a:moveTo>
                  <a:pt x="1169641" y="4521200"/>
                </a:moveTo>
                <a:lnTo>
                  <a:pt x="644080" y="4521200"/>
                </a:lnTo>
                <a:lnTo>
                  <a:pt x="654177" y="4470400"/>
                </a:lnTo>
                <a:lnTo>
                  <a:pt x="653707" y="4470400"/>
                </a:lnTo>
                <a:lnTo>
                  <a:pt x="663435" y="4432300"/>
                </a:lnTo>
                <a:lnTo>
                  <a:pt x="662990" y="4432300"/>
                </a:lnTo>
                <a:lnTo>
                  <a:pt x="672338" y="4381500"/>
                </a:lnTo>
                <a:lnTo>
                  <a:pt x="671906" y="4381500"/>
                </a:lnTo>
                <a:lnTo>
                  <a:pt x="680885" y="4343400"/>
                </a:lnTo>
                <a:lnTo>
                  <a:pt x="680466" y="4343400"/>
                </a:lnTo>
                <a:lnTo>
                  <a:pt x="689063" y="4292600"/>
                </a:lnTo>
                <a:lnTo>
                  <a:pt x="688657" y="4305300"/>
                </a:lnTo>
                <a:lnTo>
                  <a:pt x="1210151" y="4305300"/>
                </a:lnTo>
                <a:lnTo>
                  <a:pt x="1203998" y="4343400"/>
                </a:lnTo>
                <a:lnTo>
                  <a:pt x="1195400" y="4394200"/>
                </a:lnTo>
                <a:lnTo>
                  <a:pt x="1186395" y="4445000"/>
                </a:lnTo>
                <a:lnTo>
                  <a:pt x="1176985" y="4483100"/>
                </a:lnTo>
                <a:lnTo>
                  <a:pt x="1169641" y="4521200"/>
                </a:lnTo>
                <a:close/>
              </a:path>
              <a:path w="1289684" h="6705600">
                <a:moveTo>
                  <a:pt x="1121514" y="4737100"/>
                </a:moveTo>
                <a:lnTo>
                  <a:pt x="590600" y="4737100"/>
                </a:lnTo>
                <a:lnTo>
                  <a:pt x="602551" y="4686300"/>
                </a:lnTo>
                <a:lnTo>
                  <a:pt x="601992" y="4686300"/>
                </a:lnTo>
                <a:lnTo>
                  <a:pt x="613575" y="4648200"/>
                </a:lnTo>
                <a:lnTo>
                  <a:pt x="613041" y="4648200"/>
                </a:lnTo>
                <a:lnTo>
                  <a:pt x="624268" y="4597400"/>
                </a:lnTo>
                <a:lnTo>
                  <a:pt x="623735" y="4597400"/>
                </a:lnTo>
                <a:lnTo>
                  <a:pt x="634593" y="4559300"/>
                </a:lnTo>
                <a:lnTo>
                  <a:pt x="634085" y="4559300"/>
                </a:lnTo>
                <a:lnTo>
                  <a:pt x="644563" y="4508500"/>
                </a:lnTo>
                <a:lnTo>
                  <a:pt x="644080" y="4521200"/>
                </a:lnTo>
                <a:lnTo>
                  <a:pt x="1169641" y="4521200"/>
                </a:lnTo>
                <a:lnTo>
                  <a:pt x="1167193" y="4533900"/>
                </a:lnTo>
                <a:lnTo>
                  <a:pt x="1156995" y="4584700"/>
                </a:lnTo>
                <a:lnTo>
                  <a:pt x="1146898" y="4622800"/>
                </a:lnTo>
                <a:lnTo>
                  <a:pt x="1135430" y="4673600"/>
                </a:lnTo>
                <a:lnTo>
                  <a:pt x="1124585" y="4724400"/>
                </a:lnTo>
                <a:lnTo>
                  <a:pt x="1121514" y="4737100"/>
                </a:lnTo>
                <a:close/>
              </a:path>
              <a:path w="1289684" h="6705600">
                <a:moveTo>
                  <a:pt x="1087628" y="4864100"/>
                </a:moveTo>
                <a:lnTo>
                  <a:pt x="554316" y="4864100"/>
                </a:lnTo>
                <a:lnTo>
                  <a:pt x="567372" y="4813300"/>
                </a:lnTo>
                <a:lnTo>
                  <a:pt x="566762" y="4813300"/>
                </a:lnTo>
                <a:lnTo>
                  <a:pt x="579437" y="4775200"/>
                </a:lnTo>
                <a:lnTo>
                  <a:pt x="578853" y="4775200"/>
                </a:lnTo>
                <a:lnTo>
                  <a:pt x="591172" y="4724400"/>
                </a:lnTo>
                <a:lnTo>
                  <a:pt x="590600" y="4737100"/>
                </a:lnTo>
                <a:lnTo>
                  <a:pt x="1121514" y="4737100"/>
                </a:lnTo>
                <a:lnTo>
                  <a:pt x="1112304" y="4775200"/>
                </a:lnTo>
                <a:lnTo>
                  <a:pt x="1100162" y="4813300"/>
                </a:lnTo>
                <a:lnTo>
                  <a:pt x="1087628" y="4864100"/>
                </a:lnTo>
                <a:close/>
              </a:path>
              <a:path w="1289684" h="6705600">
                <a:moveTo>
                  <a:pt x="1041063" y="5029200"/>
                </a:moveTo>
                <a:lnTo>
                  <a:pt x="501167" y="5029200"/>
                </a:lnTo>
                <a:lnTo>
                  <a:pt x="515632" y="4978400"/>
                </a:lnTo>
                <a:lnTo>
                  <a:pt x="514959" y="4978400"/>
                </a:lnTo>
                <a:lnTo>
                  <a:pt x="529082" y="4940300"/>
                </a:lnTo>
                <a:lnTo>
                  <a:pt x="528421" y="4940300"/>
                </a:lnTo>
                <a:lnTo>
                  <a:pt x="542188" y="4902200"/>
                </a:lnTo>
                <a:lnTo>
                  <a:pt x="541540" y="4902200"/>
                </a:lnTo>
                <a:lnTo>
                  <a:pt x="554951" y="4851400"/>
                </a:lnTo>
                <a:lnTo>
                  <a:pt x="554316" y="4864100"/>
                </a:lnTo>
                <a:lnTo>
                  <a:pt x="1087628" y="4864100"/>
                </a:lnTo>
                <a:lnTo>
                  <a:pt x="1074724" y="4914900"/>
                </a:lnTo>
                <a:lnTo>
                  <a:pt x="1061427" y="4953000"/>
                </a:lnTo>
                <a:lnTo>
                  <a:pt x="1047762" y="5003800"/>
                </a:lnTo>
                <a:lnTo>
                  <a:pt x="1041063" y="5029200"/>
                </a:lnTo>
                <a:close/>
              </a:path>
              <a:path w="1289684" h="6705600">
                <a:moveTo>
                  <a:pt x="989342" y="5194300"/>
                </a:moveTo>
                <a:lnTo>
                  <a:pt x="442620" y="5194300"/>
                </a:lnTo>
                <a:lnTo>
                  <a:pt x="458495" y="5143500"/>
                </a:lnTo>
                <a:lnTo>
                  <a:pt x="457758" y="5143500"/>
                </a:lnTo>
                <a:lnTo>
                  <a:pt x="473278" y="5105400"/>
                </a:lnTo>
                <a:lnTo>
                  <a:pt x="472554" y="5105400"/>
                </a:lnTo>
                <a:lnTo>
                  <a:pt x="487743" y="5067300"/>
                </a:lnTo>
                <a:lnTo>
                  <a:pt x="487032" y="5067300"/>
                </a:lnTo>
                <a:lnTo>
                  <a:pt x="501853" y="5016500"/>
                </a:lnTo>
                <a:lnTo>
                  <a:pt x="501167" y="5029200"/>
                </a:lnTo>
                <a:lnTo>
                  <a:pt x="1041063" y="5029200"/>
                </a:lnTo>
                <a:lnTo>
                  <a:pt x="1034364" y="5054600"/>
                </a:lnTo>
                <a:lnTo>
                  <a:pt x="1019302" y="5092700"/>
                </a:lnTo>
                <a:lnTo>
                  <a:pt x="1004506" y="5143500"/>
                </a:lnTo>
                <a:lnTo>
                  <a:pt x="989342" y="5194300"/>
                </a:lnTo>
                <a:close/>
              </a:path>
              <a:path w="1289684" h="6705600">
                <a:moveTo>
                  <a:pt x="913917" y="5397500"/>
                </a:moveTo>
                <a:lnTo>
                  <a:pt x="362026" y="5397500"/>
                </a:lnTo>
                <a:lnTo>
                  <a:pt x="379615" y="5346700"/>
                </a:lnTo>
                <a:lnTo>
                  <a:pt x="378802" y="5346700"/>
                </a:lnTo>
                <a:lnTo>
                  <a:pt x="396049" y="5308600"/>
                </a:lnTo>
                <a:lnTo>
                  <a:pt x="395236" y="5308600"/>
                </a:lnTo>
                <a:lnTo>
                  <a:pt x="412153" y="5270500"/>
                </a:lnTo>
                <a:lnTo>
                  <a:pt x="411365" y="5270500"/>
                </a:lnTo>
                <a:lnTo>
                  <a:pt x="427926" y="5232400"/>
                </a:lnTo>
                <a:lnTo>
                  <a:pt x="427151" y="5232400"/>
                </a:lnTo>
                <a:lnTo>
                  <a:pt x="443382" y="5181600"/>
                </a:lnTo>
                <a:lnTo>
                  <a:pt x="442620" y="5194300"/>
                </a:lnTo>
                <a:lnTo>
                  <a:pt x="989342" y="5194300"/>
                </a:lnTo>
                <a:lnTo>
                  <a:pt x="973797" y="5232400"/>
                </a:lnTo>
                <a:lnTo>
                  <a:pt x="957897" y="5283200"/>
                </a:lnTo>
                <a:lnTo>
                  <a:pt x="941628" y="5321300"/>
                </a:lnTo>
                <a:lnTo>
                  <a:pt x="925753" y="5372100"/>
                </a:lnTo>
                <a:lnTo>
                  <a:pt x="913917" y="5397500"/>
                </a:lnTo>
                <a:close/>
              </a:path>
              <a:path w="1289684" h="6705600">
                <a:moveTo>
                  <a:pt x="209689" y="6705600"/>
                </a:moveTo>
                <a:lnTo>
                  <a:pt x="0" y="6553200"/>
                </a:lnTo>
                <a:lnTo>
                  <a:pt x="0" y="6083300"/>
                </a:lnTo>
                <a:lnTo>
                  <a:pt x="6654" y="6083300"/>
                </a:lnTo>
                <a:lnTo>
                  <a:pt x="30073" y="6045200"/>
                </a:lnTo>
                <a:lnTo>
                  <a:pt x="28981" y="6045200"/>
                </a:lnTo>
                <a:lnTo>
                  <a:pt x="52082" y="6007100"/>
                </a:lnTo>
                <a:lnTo>
                  <a:pt x="51003" y="6007100"/>
                </a:lnTo>
                <a:lnTo>
                  <a:pt x="73799" y="5969000"/>
                </a:lnTo>
                <a:lnTo>
                  <a:pt x="72732" y="5969000"/>
                </a:lnTo>
                <a:lnTo>
                  <a:pt x="95211" y="5930900"/>
                </a:lnTo>
                <a:lnTo>
                  <a:pt x="94170" y="5930900"/>
                </a:lnTo>
                <a:lnTo>
                  <a:pt x="116332" y="5892800"/>
                </a:lnTo>
                <a:lnTo>
                  <a:pt x="115303" y="5892800"/>
                </a:lnTo>
                <a:lnTo>
                  <a:pt x="137147" y="5854700"/>
                </a:lnTo>
                <a:lnTo>
                  <a:pt x="136131" y="5854700"/>
                </a:lnTo>
                <a:lnTo>
                  <a:pt x="157670" y="5816600"/>
                </a:lnTo>
                <a:lnTo>
                  <a:pt x="156667" y="5816600"/>
                </a:lnTo>
                <a:lnTo>
                  <a:pt x="177876" y="5778500"/>
                </a:lnTo>
                <a:lnTo>
                  <a:pt x="176885" y="5778500"/>
                </a:lnTo>
                <a:lnTo>
                  <a:pt x="197777" y="5740400"/>
                </a:lnTo>
                <a:lnTo>
                  <a:pt x="196799" y="5740400"/>
                </a:lnTo>
                <a:lnTo>
                  <a:pt x="217373" y="5702300"/>
                </a:lnTo>
                <a:lnTo>
                  <a:pt x="216420" y="5702300"/>
                </a:lnTo>
                <a:lnTo>
                  <a:pt x="236664" y="5664200"/>
                </a:lnTo>
                <a:lnTo>
                  <a:pt x="235712" y="5664200"/>
                </a:lnTo>
                <a:lnTo>
                  <a:pt x="255638" y="5626100"/>
                </a:lnTo>
                <a:lnTo>
                  <a:pt x="254698" y="5626100"/>
                </a:lnTo>
                <a:lnTo>
                  <a:pt x="274294" y="5588000"/>
                </a:lnTo>
                <a:lnTo>
                  <a:pt x="273380" y="5588000"/>
                </a:lnTo>
                <a:lnTo>
                  <a:pt x="292646" y="5549900"/>
                </a:lnTo>
                <a:lnTo>
                  <a:pt x="291744" y="5549900"/>
                </a:lnTo>
                <a:lnTo>
                  <a:pt x="310680" y="5511800"/>
                </a:lnTo>
                <a:lnTo>
                  <a:pt x="309791" y="5511800"/>
                </a:lnTo>
                <a:lnTo>
                  <a:pt x="328396" y="5473700"/>
                </a:lnTo>
                <a:lnTo>
                  <a:pt x="327520" y="5473700"/>
                </a:lnTo>
                <a:lnTo>
                  <a:pt x="345795" y="5435600"/>
                </a:lnTo>
                <a:lnTo>
                  <a:pt x="344932" y="5435600"/>
                </a:lnTo>
                <a:lnTo>
                  <a:pt x="362864" y="5384800"/>
                </a:lnTo>
                <a:lnTo>
                  <a:pt x="362026" y="5397500"/>
                </a:lnTo>
                <a:lnTo>
                  <a:pt x="913917" y="5397500"/>
                </a:lnTo>
                <a:lnTo>
                  <a:pt x="907999" y="5410200"/>
                </a:lnTo>
                <a:lnTo>
                  <a:pt x="891438" y="5461000"/>
                </a:lnTo>
                <a:lnTo>
                  <a:pt x="873734" y="5499100"/>
                </a:lnTo>
                <a:lnTo>
                  <a:pt x="854849" y="5549900"/>
                </a:lnTo>
                <a:lnTo>
                  <a:pt x="836422" y="5588000"/>
                </a:lnTo>
                <a:lnTo>
                  <a:pt x="818502" y="5638800"/>
                </a:lnTo>
                <a:lnTo>
                  <a:pt x="798512" y="5676900"/>
                </a:lnTo>
                <a:lnTo>
                  <a:pt x="779030" y="5727700"/>
                </a:lnTo>
                <a:lnTo>
                  <a:pt x="760095" y="5765800"/>
                </a:lnTo>
                <a:lnTo>
                  <a:pt x="739025" y="5803900"/>
                </a:lnTo>
                <a:lnTo>
                  <a:pt x="719429" y="5854700"/>
                </a:lnTo>
                <a:lnTo>
                  <a:pt x="697636" y="5892800"/>
                </a:lnTo>
                <a:lnTo>
                  <a:pt x="676427" y="5943600"/>
                </a:lnTo>
                <a:lnTo>
                  <a:pt x="654875" y="5981700"/>
                </a:lnTo>
                <a:lnTo>
                  <a:pt x="632993" y="6019800"/>
                </a:lnTo>
                <a:lnTo>
                  <a:pt x="610781" y="6057900"/>
                </a:lnTo>
                <a:lnTo>
                  <a:pt x="588225" y="6108700"/>
                </a:lnTo>
                <a:lnTo>
                  <a:pt x="565353" y="6146800"/>
                </a:lnTo>
                <a:lnTo>
                  <a:pt x="542137" y="6184900"/>
                </a:lnTo>
                <a:lnTo>
                  <a:pt x="519658" y="6223000"/>
                </a:lnTo>
                <a:lnTo>
                  <a:pt x="494728" y="6273800"/>
                </a:lnTo>
                <a:lnTo>
                  <a:pt x="470535" y="6311900"/>
                </a:lnTo>
                <a:lnTo>
                  <a:pt x="447128" y="6350000"/>
                </a:lnTo>
                <a:lnTo>
                  <a:pt x="421182" y="6388100"/>
                </a:lnTo>
                <a:lnTo>
                  <a:pt x="396024" y="6426200"/>
                </a:lnTo>
                <a:lnTo>
                  <a:pt x="371703" y="6464300"/>
                </a:lnTo>
                <a:lnTo>
                  <a:pt x="344766" y="6515100"/>
                </a:lnTo>
                <a:lnTo>
                  <a:pt x="318655" y="6553200"/>
                </a:lnTo>
                <a:lnTo>
                  <a:pt x="293433" y="6591300"/>
                </a:lnTo>
                <a:lnTo>
                  <a:pt x="265518" y="6629400"/>
                </a:lnTo>
                <a:lnTo>
                  <a:pt x="238379" y="6667500"/>
                </a:lnTo>
                <a:lnTo>
                  <a:pt x="209689" y="67056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54368" y="341375"/>
            <a:ext cx="4447032" cy="12161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7998" y="1617091"/>
            <a:ext cx="14087475" cy="1059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830"/>
              </a:lnSpc>
              <a:spcBef>
                <a:spcPts val="105"/>
              </a:spcBef>
            </a:pPr>
            <a:r>
              <a:rPr sz="3200" spc="-5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Vel</a:t>
            </a:r>
            <a:r>
              <a:rPr sz="3200" spc="-19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-6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Tech</a:t>
            </a:r>
            <a:r>
              <a:rPr sz="3200" spc="-18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-2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Rangarajan</a:t>
            </a:r>
            <a:r>
              <a:rPr sz="3200" spc="-15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-7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Dr.</a:t>
            </a:r>
            <a:r>
              <a:rPr sz="3200" spc="-18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Sagunthala</a:t>
            </a:r>
            <a:r>
              <a:rPr sz="3200" spc="-10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R&amp;D</a:t>
            </a:r>
            <a:r>
              <a:rPr sz="3200" spc="-14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Institute</a:t>
            </a:r>
            <a:r>
              <a:rPr sz="3200" spc="-9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3200" spc="-13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Science</a:t>
            </a:r>
            <a:r>
              <a:rPr sz="3200" spc="-11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3200" spc="-12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Technology</a:t>
            </a:r>
            <a:endParaRPr sz="3200">
              <a:latin typeface="Cambria" panose="02040503050406030204"/>
              <a:cs typeface="Cambria" panose="02040503050406030204"/>
            </a:endParaRPr>
          </a:p>
          <a:p>
            <a:pPr marL="2540" algn="ctr">
              <a:lnSpc>
                <a:spcPts val="4310"/>
              </a:lnSpc>
            </a:pPr>
            <a:r>
              <a:rPr sz="360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School</a:t>
            </a:r>
            <a:r>
              <a:rPr sz="3600" spc="-14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3600" spc="-145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 panose="02040503050406030204"/>
                <a:cs typeface="Cambria" panose="02040503050406030204"/>
              </a:rPr>
              <a:t>Computing</a:t>
            </a:r>
            <a:endParaRPr sz="36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4817" y="2494181"/>
            <a:ext cx="12155170" cy="379349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360"/>
              </a:spcBef>
            </a:pPr>
            <a:r>
              <a:rPr sz="3200" b="1" spc="-10" dirty="0">
                <a:latin typeface="Cambria" panose="02040503050406030204"/>
                <a:cs typeface="Cambria" panose="02040503050406030204"/>
              </a:rPr>
              <a:t>Department</a:t>
            </a:r>
            <a:r>
              <a:rPr sz="3200" b="1" spc="-140" dirty="0">
                <a:latin typeface="Cambria" panose="02040503050406030204"/>
                <a:cs typeface="Cambria" panose="02040503050406030204"/>
              </a:rPr>
              <a:t> </a:t>
            </a:r>
            <a:r>
              <a:rPr sz="3200" b="1" dirty="0">
                <a:latin typeface="Cambria" panose="02040503050406030204"/>
                <a:cs typeface="Cambria" panose="02040503050406030204"/>
              </a:rPr>
              <a:t>of</a:t>
            </a:r>
            <a:r>
              <a:rPr sz="3200" b="1" spc="-155" dirty="0">
                <a:latin typeface="Cambria" panose="02040503050406030204"/>
                <a:cs typeface="Cambria" panose="02040503050406030204"/>
              </a:rPr>
              <a:t> </a:t>
            </a:r>
            <a:r>
              <a:rPr sz="3200" b="1" spc="-10" dirty="0">
                <a:latin typeface="Cambria" panose="02040503050406030204"/>
                <a:cs typeface="Cambria" panose="02040503050406030204"/>
              </a:rPr>
              <a:t>Computer</a:t>
            </a:r>
            <a:r>
              <a:rPr sz="3200" b="1" spc="-90" dirty="0">
                <a:latin typeface="Cambria" panose="02040503050406030204"/>
                <a:cs typeface="Cambria" panose="02040503050406030204"/>
              </a:rPr>
              <a:t> </a:t>
            </a:r>
            <a:r>
              <a:rPr sz="3200" b="1" dirty="0">
                <a:latin typeface="Cambria" panose="02040503050406030204"/>
                <a:cs typeface="Cambria" panose="02040503050406030204"/>
              </a:rPr>
              <a:t>Science</a:t>
            </a:r>
            <a:r>
              <a:rPr sz="3200" b="1" spc="-120" dirty="0">
                <a:latin typeface="Cambria" panose="02040503050406030204"/>
                <a:cs typeface="Cambria" panose="02040503050406030204"/>
              </a:rPr>
              <a:t> </a:t>
            </a:r>
            <a:r>
              <a:rPr sz="3200" b="1" dirty="0">
                <a:latin typeface="Cambria" panose="02040503050406030204"/>
                <a:cs typeface="Cambria" panose="02040503050406030204"/>
              </a:rPr>
              <a:t>and</a:t>
            </a:r>
            <a:r>
              <a:rPr sz="3200" b="1" spc="-135" dirty="0">
                <a:latin typeface="Cambria" panose="02040503050406030204"/>
                <a:cs typeface="Cambria" panose="02040503050406030204"/>
              </a:rPr>
              <a:t> </a:t>
            </a:r>
            <a:r>
              <a:rPr sz="3200" b="1" spc="-10" dirty="0">
                <a:latin typeface="Cambria" panose="02040503050406030204"/>
                <a:cs typeface="Cambria" panose="02040503050406030204"/>
              </a:rPr>
              <a:t>Engineering</a:t>
            </a:r>
            <a:endParaRPr sz="3200">
              <a:latin typeface="Cambria" panose="02040503050406030204"/>
              <a:cs typeface="Cambria" panose="02040503050406030204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  <a:tabLst>
                <a:tab pos="2480945" algn="l"/>
                <a:tab pos="2814320" algn="l"/>
                <a:tab pos="3890645" algn="l"/>
                <a:tab pos="5292090" algn="l"/>
                <a:tab pos="7952105" algn="l"/>
                <a:tab pos="10939145" algn="l"/>
              </a:tabLst>
            </a:pPr>
            <a:r>
              <a:rPr sz="2800" b="1" spc="175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10211CS224</a:t>
            </a:r>
            <a:r>
              <a:rPr sz="2800" b="1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800" b="1" spc="-50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/</a:t>
            </a:r>
            <a:r>
              <a:rPr sz="2800" b="1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800" b="1" spc="175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FULL</a:t>
            </a:r>
            <a:r>
              <a:rPr sz="2800" b="1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800" b="1" spc="220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STACK</a:t>
            </a:r>
            <a:r>
              <a:rPr sz="2800" b="1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800" b="1" spc="160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APPLICATION</a:t>
            </a:r>
            <a:r>
              <a:rPr sz="2800" b="1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800" b="1" spc="204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DEVELOPMENT</a:t>
            </a:r>
            <a:r>
              <a:rPr sz="2800" b="1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800" b="1" spc="95" dirty="0">
                <a:solidFill>
                  <a:srgbClr val="0033CC"/>
                </a:solidFill>
                <a:latin typeface="Cambria" panose="02040503050406030204"/>
                <a:cs typeface="Cambria" panose="02040503050406030204"/>
              </a:rPr>
              <a:t>(JAVA)</a:t>
            </a:r>
            <a:endParaRPr sz="2800">
              <a:latin typeface="Cambria" panose="02040503050406030204"/>
              <a:cs typeface="Cambria" panose="02040503050406030204"/>
            </a:endParaRPr>
          </a:p>
          <a:p>
            <a:pPr marL="25400" algn="ctr">
              <a:lnSpc>
                <a:spcPct val="100000"/>
              </a:lnSpc>
              <a:spcBef>
                <a:spcPts val="1490"/>
              </a:spcBef>
            </a:pPr>
            <a:r>
              <a:rPr sz="36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END</a:t>
            </a:r>
            <a:r>
              <a:rPr sz="3600" b="1" spc="-10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SEMESTER</a:t>
            </a:r>
            <a:r>
              <a:rPr sz="3600" b="1" spc="-9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REVIEW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3600">
              <a:latin typeface="Arial" panose="020B0604020202020204"/>
              <a:cs typeface="Arial" panose="020B0604020202020204"/>
            </a:endParaRPr>
          </a:p>
          <a:p>
            <a:pPr marL="27305" algn="ctr">
              <a:lnSpc>
                <a:spcPct val="100000"/>
              </a:lnSpc>
              <a:spcBef>
                <a:spcPts val="5"/>
              </a:spcBef>
            </a:pPr>
            <a:r>
              <a:rPr sz="3600" b="1" spc="-2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Date:06-</a:t>
            </a:r>
            <a:r>
              <a:rPr sz="3600" b="1" spc="-3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05-</a:t>
            </a:r>
            <a:r>
              <a:rPr sz="3600" b="1" spc="-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2026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19050" algn="ctr">
              <a:lnSpc>
                <a:spcPct val="100000"/>
              </a:lnSpc>
              <a:spcBef>
                <a:spcPts val="1640"/>
              </a:spcBef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32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Campus</a:t>
            </a:r>
            <a:r>
              <a:rPr sz="3200" b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200" b="1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3200" b="1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2718" y="7728610"/>
            <a:ext cx="5306060" cy="185674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spc="-10" dirty="0">
                <a:latin typeface="Cambria" panose="02040503050406030204"/>
                <a:cs typeface="Cambria" panose="02040503050406030204"/>
              </a:rPr>
              <a:t>Presented</a:t>
            </a:r>
            <a:r>
              <a:rPr sz="3000" b="1" spc="-155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b="1" spc="-25" dirty="0">
                <a:latin typeface="Cambria" panose="02040503050406030204"/>
                <a:cs typeface="Cambria" panose="02040503050406030204"/>
              </a:rPr>
              <a:t>By:</a:t>
            </a:r>
            <a:endParaRPr sz="30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sz="3000" spc="-110" dirty="0">
                <a:latin typeface="Cambria" panose="02040503050406030204"/>
                <a:cs typeface="Cambria" panose="02040503050406030204"/>
              </a:rPr>
              <a:t>Sk.Mahammad</a:t>
            </a:r>
            <a:r>
              <a:rPr sz="3000" spc="-165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spc="-90" dirty="0">
                <a:latin typeface="Cambria" panose="02040503050406030204"/>
                <a:cs typeface="Cambria" panose="02040503050406030204"/>
              </a:rPr>
              <a:t>Siraj</a:t>
            </a:r>
            <a:r>
              <a:rPr sz="3000" spc="-160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dirty="0">
                <a:latin typeface="Cambria" panose="02040503050406030204"/>
                <a:cs typeface="Cambria" panose="02040503050406030204"/>
              </a:rPr>
              <a:t>–</a:t>
            </a:r>
            <a:r>
              <a:rPr sz="3000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spc="-10" dirty="0">
                <a:latin typeface="Cambria" panose="02040503050406030204"/>
                <a:cs typeface="Cambria" panose="02040503050406030204"/>
              </a:rPr>
              <a:t>VTU26546– Reg.No.23UECS0</a:t>
            </a:r>
            <a:r>
              <a:rPr lang="en-US" altLang="" sz="3000" spc="-10" dirty="0">
                <a:latin typeface="Cambria" panose="02040503050406030204"/>
                <a:cs typeface="Cambria" panose="02040503050406030204"/>
              </a:rPr>
              <a:t>880</a:t>
            </a:r>
            <a:endParaRPr lang="en-US" altLang="" sz="3000" spc="-1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25631" y="7707959"/>
            <a:ext cx="454596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3000" b="1" dirty="0">
                <a:latin typeface="Cambria" panose="02040503050406030204"/>
                <a:cs typeface="Cambria" panose="02040503050406030204"/>
              </a:rPr>
              <a:t>Courses</a:t>
            </a:r>
            <a:r>
              <a:rPr sz="3000" b="1" spc="-145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b="1" dirty="0">
                <a:latin typeface="Cambria" panose="02040503050406030204"/>
                <a:cs typeface="Cambria" panose="02040503050406030204"/>
              </a:rPr>
              <a:t>Handling</a:t>
            </a:r>
            <a:r>
              <a:rPr sz="3000" b="1" spc="-125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b="1" spc="-10" dirty="0">
                <a:latin typeface="Cambria" panose="02040503050406030204"/>
                <a:cs typeface="Cambria" panose="02040503050406030204"/>
              </a:rPr>
              <a:t>Faculty: </a:t>
            </a:r>
            <a:r>
              <a:rPr sz="3000" spc="-40" dirty="0">
                <a:latin typeface="Cambria" panose="02040503050406030204"/>
                <a:cs typeface="Cambria" panose="02040503050406030204"/>
              </a:rPr>
              <a:t>Dr.Hafizur</a:t>
            </a:r>
            <a:r>
              <a:rPr sz="3000" spc="-100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spc="-10" dirty="0">
                <a:latin typeface="Cambria" panose="02040503050406030204"/>
                <a:cs typeface="Cambria" panose="02040503050406030204"/>
              </a:rPr>
              <a:t>Rahman </a:t>
            </a:r>
            <a:r>
              <a:rPr sz="3000" dirty="0">
                <a:latin typeface="Cambria" panose="02040503050406030204"/>
                <a:cs typeface="Cambria" panose="02040503050406030204"/>
              </a:rPr>
              <a:t>Assistant</a:t>
            </a:r>
            <a:r>
              <a:rPr sz="3000" spc="-135" dirty="0">
                <a:latin typeface="Cambria" panose="02040503050406030204"/>
                <a:cs typeface="Cambria" panose="02040503050406030204"/>
              </a:rPr>
              <a:t> </a:t>
            </a:r>
            <a:r>
              <a:rPr sz="3000" spc="-10" dirty="0">
                <a:latin typeface="Cambria" panose="02040503050406030204"/>
                <a:cs typeface="Cambria" panose="02040503050406030204"/>
              </a:rPr>
              <a:t>Professor</a:t>
            </a:r>
            <a:endParaRPr sz="3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8794" y="6991222"/>
            <a:ext cx="70764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mbria" panose="02040503050406030204"/>
                <a:cs typeface="Cambria" panose="02040503050406030204"/>
              </a:rPr>
              <a:t>SDG:</a:t>
            </a:r>
            <a:r>
              <a:rPr sz="2000" b="1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SDG</a:t>
            </a:r>
            <a:r>
              <a:rPr sz="2000" b="1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No</a:t>
            </a:r>
            <a:r>
              <a:rPr sz="2000" b="1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–</a:t>
            </a:r>
            <a:r>
              <a:rPr sz="2000" b="1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SDG</a:t>
            </a:r>
            <a:r>
              <a:rPr sz="2000" b="1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20" dirty="0">
                <a:latin typeface="Cambria" panose="02040503050406030204"/>
                <a:cs typeface="Cambria" panose="02040503050406030204"/>
              </a:rPr>
              <a:t>Title(Example:</a:t>
            </a:r>
            <a:r>
              <a:rPr sz="2000" b="1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SDG</a:t>
            </a:r>
            <a:r>
              <a:rPr sz="2000" b="1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4</a:t>
            </a:r>
            <a:r>
              <a:rPr sz="2000" b="1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–</a:t>
            </a:r>
            <a:r>
              <a:rPr sz="2000" b="1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dirty="0">
                <a:latin typeface="Cambria" panose="02040503050406030204"/>
                <a:cs typeface="Cambria" panose="02040503050406030204"/>
              </a:rPr>
              <a:t>Quality</a:t>
            </a:r>
            <a:r>
              <a:rPr sz="2000" b="1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b="1" spc="-10" dirty="0">
                <a:latin typeface="Cambria" panose="02040503050406030204"/>
                <a:cs typeface="Cambria" panose="02040503050406030204"/>
              </a:rPr>
              <a:t>Education)</a:t>
            </a:r>
            <a:endParaRPr sz="20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993647"/>
                </a:moveTo>
                <a:lnTo>
                  <a:pt x="447598" y="991374"/>
                </a:lnTo>
                <a:lnTo>
                  <a:pt x="401180" y="984694"/>
                </a:lnTo>
                <a:lnTo>
                  <a:pt x="356247" y="973810"/>
                </a:lnTo>
                <a:lnTo>
                  <a:pt x="313029" y="958926"/>
                </a:lnTo>
                <a:lnTo>
                  <a:pt x="271703" y="940269"/>
                </a:lnTo>
                <a:lnTo>
                  <a:pt x="232486" y="918032"/>
                </a:lnTo>
                <a:lnTo>
                  <a:pt x="195605" y="892428"/>
                </a:lnTo>
                <a:lnTo>
                  <a:pt x="161239" y="863650"/>
                </a:lnTo>
                <a:lnTo>
                  <a:pt x="129616" y="831938"/>
                </a:lnTo>
                <a:lnTo>
                  <a:pt x="100926" y="797471"/>
                </a:lnTo>
                <a:lnTo>
                  <a:pt x="75399" y="760463"/>
                </a:lnTo>
                <a:lnTo>
                  <a:pt x="53225" y="721131"/>
                </a:lnTo>
                <a:lnTo>
                  <a:pt x="34620" y="679678"/>
                </a:lnTo>
                <a:lnTo>
                  <a:pt x="19786" y="636320"/>
                </a:lnTo>
                <a:lnTo>
                  <a:pt x="8928" y="591248"/>
                </a:lnTo>
                <a:lnTo>
                  <a:pt x="2273" y="544677"/>
                </a:lnTo>
                <a:lnTo>
                  <a:pt x="0" y="496823"/>
                </a:lnTo>
                <a:lnTo>
                  <a:pt x="2273" y="448970"/>
                </a:lnTo>
                <a:lnTo>
                  <a:pt x="8928" y="402399"/>
                </a:lnTo>
                <a:lnTo>
                  <a:pt x="19786" y="357327"/>
                </a:lnTo>
                <a:lnTo>
                  <a:pt x="34620" y="313956"/>
                </a:lnTo>
                <a:lnTo>
                  <a:pt x="53225" y="272503"/>
                </a:lnTo>
                <a:lnTo>
                  <a:pt x="75399" y="233184"/>
                </a:lnTo>
                <a:lnTo>
                  <a:pt x="100926" y="196176"/>
                </a:lnTo>
                <a:lnTo>
                  <a:pt x="129616" y="161709"/>
                </a:lnTo>
                <a:lnTo>
                  <a:pt x="161239" y="129984"/>
                </a:lnTo>
                <a:lnTo>
                  <a:pt x="195605" y="101218"/>
                </a:lnTo>
                <a:lnTo>
                  <a:pt x="232486" y="75615"/>
                </a:lnTo>
                <a:lnTo>
                  <a:pt x="271703" y="53378"/>
                </a:lnTo>
                <a:lnTo>
                  <a:pt x="313029" y="34721"/>
                </a:lnTo>
                <a:lnTo>
                  <a:pt x="356247" y="19837"/>
                </a:lnTo>
                <a:lnTo>
                  <a:pt x="401180" y="8953"/>
                </a:lnTo>
                <a:lnTo>
                  <a:pt x="447598" y="2273"/>
                </a:lnTo>
                <a:lnTo>
                  <a:pt x="495300" y="0"/>
                </a:lnTo>
                <a:lnTo>
                  <a:pt x="543001" y="2273"/>
                </a:lnTo>
                <a:lnTo>
                  <a:pt x="589419" y="8953"/>
                </a:lnTo>
                <a:lnTo>
                  <a:pt x="634352" y="19837"/>
                </a:lnTo>
                <a:lnTo>
                  <a:pt x="677583" y="34721"/>
                </a:lnTo>
                <a:lnTo>
                  <a:pt x="718908" y="53378"/>
                </a:lnTo>
                <a:lnTo>
                  <a:pt x="758113" y="75615"/>
                </a:lnTo>
                <a:lnTo>
                  <a:pt x="795007" y="101218"/>
                </a:lnTo>
                <a:lnTo>
                  <a:pt x="829360" y="129984"/>
                </a:lnTo>
                <a:lnTo>
                  <a:pt x="860996" y="161709"/>
                </a:lnTo>
                <a:lnTo>
                  <a:pt x="889673" y="196176"/>
                </a:lnTo>
                <a:lnTo>
                  <a:pt x="915200" y="233184"/>
                </a:lnTo>
                <a:lnTo>
                  <a:pt x="937374" y="272503"/>
                </a:lnTo>
                <a:lnTo>
                  <a:pt x="955979" y="313956"/>
                </a:lnTo>
                <a:lnTo>
                  <a:pt x="970813" y="357327"/>
                </a:lnTo>
                <a:lnTo>
                  <a:pt x="981671" y="402399"/>
                </a:lnTo>
                <a:lnTo>
                  <a:pt x="988326" y="448970"/>
                </a:lnTo>
                <a:lnTo>
                  <a:pt x="990600" y="496823"/>
                </a:lnTo>
                <a:lnTo>
                  <a:pt x="988326" y="544677"/>
                </a:lnTo>
                <a:lnTo>
                  <a:pt x="981671" y="591248"/>
                </a:lnTo>
                <a:lnTo>
                  <a:pt x="970813" y="636320"/>
                </a:lnTo>
                <a:lnTo>
                  <a:pt x="955979" y="679678"/>
                </a:lnTo>
                <a:lnTo>
                  <a:pt x="937374" y="721131"/>
                </a:lnTo>
                <a:lnTo>
                  <a:pt x="915200" y="760463"/>
                </a:lnTo>
                <a:lnTo>
                  <a:pt x="889673" y="797471"/>
                </a:lnTo>
                <a:lnTo>
                  <a:pt x="860996" y="831938"/>
                </a:lnTo>
                <a:lnTo>
                  <a:pt x="829360" y="863650"/>
                </a:lnTo>
                <a:lnTo>
                  <a:pt x="795007" y="892428"/>
                </a:lnTo>
                <a:lnTo>
                  <a:pt x="758113" y="918032"/>
                </a:lnTo>
                <a:lnTo>
                  <a:pt x="718908" y="940269"/>
                </a:lnTo>
                <a:lnTo>
                  <a:pt x="677583" y="958926"/>
                </a:lnTo>
                <a:lnTo>
                  <a:pt x="634352" y="973810"/>
                </a:lnTo>
                <a:lnTo>
                  <a:pt x="589419" y="984694"/>
                </a:lnTo>
                <a:lnTo>
                  <a:pt x="543001" y="991374"/>
                </a:lnTo>
                <a:lnTo>
                  <a:pt x="495300" y="993647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7861" y="2185416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4892" y="4444009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9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2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9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9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9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3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9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9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9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16583" y="4558665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4892" y="3102889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9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9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9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9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3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9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9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9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2680" y="3217798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4892" y="5111521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9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2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9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9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9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3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9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9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9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2680" y="522744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4892" y="3773449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7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1" y="25590"/>
                </a:lnTo>
                <a:lnTo>
                  <a:pt x="346170" y="25767"/>
                </a:lnTo>
                <a:close/>
              </a:path>
              <a:path w="518159" h="551814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70" y="25767"/>
                </a:lnTo>
                <a:lnTo>
                  <a:pt x="345821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1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1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50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1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1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2680" y="3887851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4892" y="6452641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5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7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33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33"/>
                </a:lnTo>
                <a:lnTo>
                  <a:pt x="321709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724" y="525741"/>
                </a:lnTo>
                <a:lnTo>
                  <a:pt x="171538" y="525741"/>
                </a:lnTo>
                <a:lnTo>
                  <a:pt x="172326" y="526046"/>
                </a:lnTo>
                <a:lnTo>
                  <a:pt x="172581" y="526046"/>
                </a:lnTo>
                <a:lnTo>
                  <a:pt x="214083" y="538175"/>
                </a:lnTo>
                <a:lnTo>
                  <a:pt x="213753" y="538175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5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09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1" y="25590"/>
                </a:lnTo>
                <a:lnTo>
                  <a:pt x="346170" y="25767"/>
                </a:lnTo>
                <a:close/>
              </a:path>
              <a:path w="518159" h="551815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5">
                <a:moveTo>
                  <a:pt x="385127" y="45482"/>
                </a:moveTo>
                <a:lnTo>
                  <a:pt x="346270" y="25767"/>
                </a:lnTo>
                <a:lnTo>
                  <a:pt x="345821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5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5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14032" y="324967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5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5">
                <a:moveTo>
                  <a:pt x="345821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5"/>
                </a:lnTo>
                <a:lnTo>
                  <a:pt x="389597" y="514146"/>
                </a:lnTo>
                <a:lnTo>
                  <a:pt x="366672" y="525741"/>
                </a:lnTo>
                <a:lnTo>
                  <a:pt x="346595" y="525741"/>
                </a:lnTo>
                <a:lnTo>
                  <a:pt x="345821" y="526046"/>
                </a:lnTo>
                <a:close/>
              </a:path>
              <a:path w="518159" h="551815">
                <a:moveTo>
                  <a:pt x="172326" y="526046"/>
                </a:moveTo>
                <a:lnTo>
                  <a:pt x="171538" y="525741"/>
                </a:lnTo>
                <a:lnTo>
                  <a:pt x="171724" y="525741"/>
                </a:lnTo>
                <a:lnTo>
                  <a:pt x="172326" y="526046"/>
                </a:lnTo>
                <a:close/>
              </a:path>
              <a:path w="518159" h="551815">
                <a:moveTo>
                  <a:pt x="172581" y="526046"/>
                </a:moveTo>
                <a:lnTo>
                  <a:pt x="172326" y="526046"/>
                </a:lnTo>
                <a:lnTo>
                  <a:pt x="171724" y="525741"/>
                </a:lnTo>
                <a:lnTo>
                  <a:pt x="171538" y="525741"/>
                </a:lnTo>
                <a:lnTo>
                  <a:pt x="172581" y="526046"/>
                </a:lnTo>
                <a:close/>
              </a:path>
              <a:path w="518159" h="551815">
                <a:moveTo>
                  <a:pt x="321850" y="542502"/>
                </a:moveTo>
                <a:lnTo>
                  <a:pt x="259067" y="542502"/>
                </a:lnTo>
                <a:lnTo>
                  <a:pt x="304393" y="538175"/>
                </a:lnTo>
                <a:lnTo>
                  <a:pt x="304064" y="538175"/>
                </a:lnTo>
                <a:lnTo>
                  <a:pt x="346595" y="525741"/>
                </a:lnTo>
                <a:lnTo>
                  <a:pt x="346423" y="525741"/>
                </a:lnTo>
                <a:lnTo>
                  <a:pt x="345821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5">
                <a:moveTo>
                  <a:pt x="366069" y="526046"/>
                </a:moveTo>
                <a:lnTo>
                  <a:pt x="345821" y="526046"/>
                </a:lnTo>
                <a:lnTo>
                  <a:pt x="346595" y="525741"/>
                </a:lnTo>
                <a:lnTo>
                  <a:pt x="366672" y="525741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5727" y="656737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4892" y="5782081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7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7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6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83" y="538175"/>
                </a:lnTo>
                <a:lnTo>
                  <a:pt x="213753" y="538175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1" y="25590"/>
                </a:lnTo>
                <a:lnTo>
                  <a:pt x="346170" y="25767"/>
                </a:lnTo>
                <a:close/>
              </a:path>
              <a:path w="518159" h="551814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70" y="25767"/>
                </a:lnTo>
                <a:lnTo>
                  <a:pt x="345821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6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7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6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1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5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1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50" y="542502"/>
                </a:moveTo>
                <a:lnTo>
                  <a:pt x="259067" y="542502"/>
                </a:lnTo>
                <a:lnTo>
                  <a:pt x="304393" y="538175"/>
                </a:lnTo>
                <a:lnTo>
                  <a:pt x="304063" y="538175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1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1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19632" y="589673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4892" y="7120153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5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7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724" y="525741"/>
                </a:lnTo>
                <a:lnTo>
                  <a:pt x="171538" y="525741"/>
                </a:lnTo>
                <a:lnTo>
                  <a:pt x="172326" y="526046"/>
                </a:lnTo>
                <a:lnTo>
                  <a:pt x="172581" y="526046"/>
                </a:lnTo>
                <a:lnTo>
                  <a:pt x="214083" y="538175"/>
                </a:lnTo>
                <a:lnTo>
                  <a:pt x="213753" y="538175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5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1" y="25590"/>
                </a:lnTo>
                <a:lnTo>
                  <a:pt x="346170" y="25767"/>
                </a:lnTo>
                <a:close/>
              </a:path>
              <a:path w="518159" h="551815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5">
                <a:moveTo>
                  <a:pt x="385127" y="45482"/>
                </a:moveTo>
                <a:lnTo>
                  <a:pt x="346270" y="25767"/>
                </a:lnTo>
                <a:lnTo>
                  <a:pt x="345821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5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5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5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5">
                <a:moveTo>
                  <a:pt x="345821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72" y="525741"/>
                </a:lnTo>
                <a:lnTo>
                  <a:pt x="346595" y="525741"/>
                </a:lnTo>
                <a:lnTo>
                  <a:pt x="345821" y="526046"/>
                </a:lnTo>
                <a:close/>
              </a:path>
              <a:path w="518159" h="551815">
                <a:moveTo>
                  <a:pt x="172326" y="526046"/>
                </a:moveTo>
                <a:lnTo>
                  <a:pt x="171538" y="525741"/>
                </a:lnTo>
                <a:lnTo>
                  <a:pt x="171724" y="525741"/>
                </a:lnTo>
                <a:lnTo>
                  <a:pt x="172326" y="526046"/>
                </a:lnTo>
                <a:close/>
              </a:path>
              <a:path w="518159" h="551815">
                <a:moveTo>
                  <a:pt x="172581" y="526046"/>
                </a:moveTo>
                <a:lnTo>
                  <a:pt x="172326" y="526046"/>
                </a:lnTo>
                <a:lnTo>
                  <a:pt x="171724" y="525741"/>
                </a:lnTo>
                <a:lnTo>
                  <a:pt x="171538" y="525741"/>
                </a:lnTo>
                <a:lnTo>
                  <a:pt x="172581" y="526046"/>
                </a:lnTo>
                <a:close/>
              </a:path>
              <a:path w="518159" h="551815">
                <a:moveTo>
                  <a:pt x="321850" y="542502"/>
                </a:moveTo>
                <a:lnTo>
                  <a:pt x="259067" y="542502"/>
                </a:lnTo>
                <a:lnTo>
                  <a:pt x="304393" y="538175"/>
                </a:lnTo>
                <a:lnTo>
                  <a:pt x="304064" y="538175"/>
                </a:lnTo>
                <a:lnTo>
                  <a:pt x="346595" y="525741"/>
                </a:lnTo>
                <a:lnTo>
                  <a:pt x="346423" y="525741"/>
                </a:lnTo>
                <a:lnTo>
                  <a:pt x="345821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5">
                <a:moveTo>
                  <a:pt x="366069" y="526046"/>
                </a:moveTo>
                <a:lnTo>
                  <a:pt x="345821" y="526046"/>
                </a:lnTo>
                <a:lnTo>
                  <a:pt x="346595" y="525741"/>
                </a:lnTo>
                <a:lnTo>
                  <a:pt x="366672" y="525741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19632" y="7235138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4892" y="778766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9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9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9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9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3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9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9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9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90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19632" y="7902905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3225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endParaRPr spc="-10" dirty="0"/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46277" rIns="0" bIns="0" rtlCol="0">
            <a:spAutoFit/>
          </a:bodyPr>
          <a:lstStyle/>
          <a:p>
            <a:pPr marL="1395095" indent="-5721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395095" algn="l"/>
              </a:tabLst>
            </a:pPr>
            <a:r>
              <a:rPr dirty="0"/>
              <a:t>In</a:t>
            </a:r>
            <a:r>
              <a:rPr spc="-85" dirty="0"/>
              <a:t> </a:t>
            </a:r>
            <a:r>
              <a:rPr dirty="0"/>
              <a:t>modern</a:t>
            </a:r>
            <a:r>
              <a:rPr spc="-105" dirty="0"/>
              <a:t> </a:t>
            </a:r>
            <a:r>
              <a:rPr dirty="0"/>
              <a:t>campuses,</a:t>
            </a:r>
            <a:r>
              <a:rPr spc="-75" dirty="0"/>
              <a:t> </a:t>
            </a:r>
            <a:r>
              <a:rPr dirty="0"/>
              <a:t>managing</a:t>
            </a:r>
            <a:r>
              <a:rPr spc="-95" dirty="0"/>
              <a:t> </a:t>
            </a:r>
            <a:r>
              <a:rPr dirty="0"/>
              <a:t>events</a:t>
            </a:r>
            <a:r>
              <a:rPr spc="-105" dirty="0"/>
              <a:t> </a:t>
            </a:r>
            <a:r>
              <a:rPr dirty="0"/>
              <a:t>efficiently</a:t>
            </a:r>
            <a:r>
              <a:rPr spc="-145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major</a:t>
            </a:r>
            <a:r>
              <a:rPr spc="-90" dirty="0"/>
              <a:t> </a:t>
            </a:r>
            <a:r>
              <a:rPr spc="-10" dirty="0"/>
              <a:t>challenge.</a:t>
            </a:r>
            <a:endParaRPr spc="-10" dirty="0"/>
          </a:p>
          <a:p>
            <a:pPr marL="1395095" indent="-572135">
              <a:lnSpc>
                <a:spcPct val="100000"/>
              </a:lnSpc>
              <a:buFont typeface="Arial MT"/>
              <a:buChar char="•"/>
              <a:tabLst>
                <a:tab pos="1395095" algn="l"/>
              </a:tabLst>
            </a:pPr>
            <a:r>
              <a:rPr dirty="0"/>
              <a:t>Students</a:t>
            </a:r>
            <a:r>
              <a:rPr spc="-65" dirty="0"/>
              <a:t> </a:t>
            </a:r>
            <a:r>
              <a:rPr dirty="0"/>
              <a:t>often</a:t>
            </a:r>
            <a:r>
              <a:rPr spc="-55" dirty="0"/>
              <a:t> </a:t>
            </a:r>
            <a:r>
              <a:rPr dirty="0"/>
              <a:t>miss</a:t>
            </a:r>
            <a:r>
              <a:rPr spc="-25" dirty="0"/>
              <a:t> </a:t>
            </a:r>
            <a:r>
              <a:rPr dirty="0"/>
              <a:t>important</a:t>
            </a:r>
            <a:r>
              <a:rPr spc="-75" dirty="0"/>
              <a:t> </a:t>
            </a:r>
            <a:r>
              <a:rPr dirty="0"/>
              <a:t>updates</a:t>
            </a:r>
            <a:r>
              <a:rPr spc="-55" dirty="0"/>
              <a:t> </a:t>
            </a:r>
            <a:r>
              <a:rPr dirty="0"/>
              <a:t>due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scattered</a:t>
            </a:r>
            <a:r>
              <a:rPr spc="-100" dirty="0"/>
              <a:t> </a:t>
            </a:r>
            <a:r>
              <a:rPr spc="-10" dirty="0"/>
              <a:t>communication.</a:t>
            </a:r>
            <a:endParaRPr spc="-10" dirty="0"/>
          </a:p>
          <a:p>
            <a:pPr marL="1395730" marR="5080" indent="-573405">
              <a:lnSpc>
                <a:spcPct val="100000"/>
              </a:lnSpc>
              <a:buFont typeface="Arial MT"/>
              <a:buChar char="•"/>
              <a:tabLst>
                <a:tab pos="1395730" algn="l"/>
              </a:tabLst>
            </a:pPr>
            <a:r>
              <a:rPr dirty="0"/>
              <a:t>This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60" dirty="0"/>
              <a:t> </a:t>
            </a:r>
            <a:r>
              <a:rPr dirty="0"/>
              <a:t>provides</a:t>
            </a:r>
            <a:r>
              <a:rPr spc="-114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for</a:t>
            </a:r>
            <a:r>
              <a:rPr spc="-105" dirty="0"/>
              <a:t> </a:t>
            </a:r>
            <a:r>
              <a:rPr dirty="0"/>
              <a:t>managing</a:t>
            </a:r>
            <a:r>
              <a:rPr spc="-114" dirty="0"/>
              <a:t> </a:t>
            </a:r>
            <a:r>
              <a:rPr dirty="0"/>
              <a:t>all</a:t>
            </a:r>
            <a:r>
              <a:rPr spc="-145" dirty="0"/>
              <a:t> </a:t>
            </a:r>
            <a:r>
              <a:rPr spc="-10" dirty="0"/>
              <a:t>campus events.</a:t>
            </a:r>
            <a:endParaRPr spc="-10" dirty="0"/>
          </a:p>
          <a:p>
            <a:pPr marL="1395095" indent="-5721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395095" algn="l"/>
              </a:tabLst>
            </a:pPr>
            <a:r>
              <a:rPr dirty="0"/>
              <a:t>It</a:t>
            </a:r>
            <a:r>
              <a:rPr spc="-90" dirty="0"/>
              <a:t> </a:t>
            </a:r>
            <a:r>
              <a:rPr dirty="0"/>
              <a:t>allows</a:t>
            </a:r>
            <a:r>
              <a:rPr spc="-105" dirty="0"/>
              <a:t> </a:t>
            </a:r>
            <a:r>
              <a:rPr dirty="0"/>
              <a:t>students</a:t>
            </a:r>
            <a:r>
              <a:rPr spc="-9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explore,</a:t>
            </a:r>
            <a:r>
              <a:rPr spc="-110" dirty="0"/>
              <a:t> </a:t>
            </a:r>
            <a:r>
              <a:rPr spc="-10" dirty="0"/>
              <a:t>register,</a:t>
            </a:r>
            <a:r>
              <a:rPr spc="-12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track</a:t>
            </a:r>
            <a:r>
              <a:rPr spc="-110" dirty="0"/>
              <a:t> </a:t>
            </a:r>
            <a:r>
              <a:rPr dirty="0"/>
              <a:t>events</a:t>
            </a:r>
            <a:r>
              <a:rPr spc="-100" dirty="0"/>
              <a:t> </a:t>
            </a:r>
            <a:r>
              <a:rPr spc="-10" dirty="0"/>
              <a:t>easily.</a:t>
            </a:r>
            <a:endParaRPr spc="-10" dirty="0"/>
          </a:p>
          <a:p>
            <a:pPr marL="1395730" marR="723900">
              <a:lnSpc>
                <a:spcPct val="100000"/>
              </a:lnSpc>
            </a:pPr>
            <a:r>
              <a:rPr dirty="0"/>
              <a:t>Admins</a:t>
            </a:r>
            <a:r>
              <a:rPr spc="-4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organizers</a:t>
            </a:r>
            <a:r>
              <a:rPr spc="-114" dirty="0"/>
              <a:t> </a:t>
            </a:r>
            <a:r>
              <a:rPr dirty="0"/>
              <a:t>can</a:t>
            </a:r>
            <a:r>
              <a:rPr spc="-70" dirty="0"/>
              <a:t> </a:t>
            </a:r>
            <a:r>
              <a:rPr dirty="0"/>
              <a:t>manage</a:t>
            </a:r>
            <a:r>
              <a:rPr spc="-60" dirty="0"/>
              <a:t> </a:t>
            </a:r>
            <a:r>
              <a:rPr dirty="0"/>
              <a:t>events</a:t>
            </a:r>
            <a:r>
              <a:rPr spc="-8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automation</a:t>
            </a:r>
            <a:r>
              <a:rPr spc="-6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20" dirty="0"/>
              <a:t>real-time </a:t>
            </a:r>
            <a:r>
              <a:rPr spc="-10" dirty="0"/>
              <a:t>updates.</a:t>
            </a:r>
            <a:endParaRPr spc="-10" dirty="0"/>
          </a:p>
          <a:p>
            <a:pPr marL="1395095" indent="-572135">
              <a:lnSpc>
                <a:spcPct val="100000"/>
              </a:lnSpc>
              <a:buFont typeface="Arial MT"/>
              <a:buChar char="•"/>
              <a:tabLst>
                <a:tab pos="1395095" algn="l"/>
              </a:tabLst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system</a:t>
            </a:r>
            <a:r>
              <a:rPr spc="-105" dirty="0"/>
              <a:t> </a:t>
            </a:r>
            <a:r>
              <a:rPr dirty="0"/>
              <a:t>improves</a:t>
            </a:r>
            <a:r>
              <a:rPr spc="-55" dirty="0"/>
              <a:t> </a:t>
            </a:r>
            <a:r>
              <a:rPr dirty="0"/>
              <a:t>communication</a:t>
            </a:r>
            <a:r>
              <a:rPr spc="-5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engagement</a:t>
            </a:r>
            <a:r>
              <a:rPr spc="-85" dirty="0"/>
              <a:t> </a:t>
            </a:r>
            <a:r>
              <a:rPr dirty="0"/>
              <a:t>across</a:t>
            </a:r>
            <a:r>
              <a:rPr spc="-7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campus.</a:t>
            </a:r>
            <a:endParaRPr spc="-10" dirty="0"/>
          </a:p>
          <a:p>
            <a:pPr marL="1395095" indent="-5721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395095" algn="l"/>
              </a:tabLst>
            </a:pPr>
            <a:r>
              <a:rPr dirty="0"/>
              <a:t>It</a:t>
            </a:r>
            <a:r>
              <a:rPr spc="-105" dirty="0"/>
              <a:t> </a:t>
            </a:r>
            <a:r>
              <a:rPr dirty="0"/>
              <a:t>ensures</a:t>
            </a:r>
            <a:r>
              <a:rPr spc="-100" dirty="0"/>
              <a:t> </a:t>
            </a:r>
            <a:r>
              <a:rPr dirty="0"/>
              <a:t>all</a:t>
            </a:r>
            <a:r>
              <a:rPr spc="-125" dirty="0"/>
              <a:t> </a:t>
            </a:r>
            <a:r>
              <a:rPr spc="-25" dirty="0"/>
              <a:t>event-</a:t>
            </a:r>
            <a:r>
              <a:rPr dirty="0"/>
              <a:t>related</a:t>
            </a:r>
            <a:r>
              <a:rPr spc="-145" dirty="0"/>
              <a:t> </a:t>
            </a:r>
            <a:r>
              <a:rPr dirty="0"/>
              <a:t>information</a:t>
            </a:r>
            <a:r>
              <a:rPr spc="-114" dirty="0"/>
              <a:t> </a:t>
            </a:r>
            <a:r>
              <a:rPr dirty="0"/>
              <a:t>is</a:t>
            </a:r>
            <a:r>
              <a:rPr spc="-114" dirty="0"/>
              <a:t> </a:t>
            </a:r>
            <a:r>
              <a:rPr dirty="0"/>
              <a:t>accessible</a:t>
            </a:r>
            <a:r>
              <a:rPr spc="-120" dirty="0"/>
              <a:t> </a:t>
            </a:r>
            <a:r>
              <a:rPr spc="-10" dirty="0"/>
              <a:t>anytime.</a:t>
            </a:r>
            <a:endParaRPr spc="-10" dirty="0"/>
          </a:p>
          <a:p>
            <a:pPr marL="1395730">
              <a:lnSpc>
                <a:spcPct val="100000"/>
              </a:lnSpc>
            </a:pPr>
            <a:r>
              <a:rPr dirty="0"/>
              <a:t>This</a:t>
            </a:r>
            <a:r>
              <a:rPr spc="-105" dirty="0"/>
              <a:t> </a:t>
            </a:r>
            <a:r>
              <a:rPr dirty="0"/>
              <a:t>solution</a:t>
            </a:r>
            <a:r>
              <a:rPr spc="-75" dirty="0"/>
              <a:t> </a:t>
            </a:r>
            <a:r>
              <a:rPr dirty="0"/>
              <a:t>makes</a:t>
            </a:r>
            <a:r>
              <a:rPr spc="-80" dirty="0"/>
              <a:t> </a:t>
            </a:r>
            <a:r>
              <a:rPr dirty="0"/>
              <a:t>campus</a:t>
            </a:r>
            <a:r>
              <a:rPr spc="-85" dirty="0"/>
              <a:t> </a:t>
            </a:r>
            <a:r>
              <a:rPr dirty="0"/>
              <a:t>event</a:t>
            </a:r>
            <a:r>
              <a:rPr spc="-114" dirty="0"/>
              <a:t> </a:t>
            </a:r>
            <a:r>
              <a:rPr dirty="0"/>
              <a:t>handling</a:t>
            </a:r>
            <a:r>
              <a:rPr spc="-75" dirty="0"/>
              <a:t> </a:t>
            </a:r>
            <a:r>
              <a:rPr dirty="0"/>
              <a:t>more</a:t>
            </a:r>
            <a:r>
              <a:rPr spc="-70" dirty="0"/>
              <a:t> </a:t>
            </a:r>
            <a:r>
              <a:rPr dirty="0"/>
              <a:t>efficient</a:t>
            </a:r>
            <a:r>
              <a:rPr spc="-12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organized.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990600"/>
                </a:moveTo>
                <a:lnTo>
                  <a:pt x="447598" y="988326"/>
                </a:lnTo>
                <a:lnTo>
                  <a:pt x="401180" y="981671"/>
                </a:lnTo>
                <a:lnTo>
                  <a:pt x="356247" y="970813"/>
                </a:lnTo>
                <a:lnTo>
                  <a:pt x="313029" y="955979"/>
                </a:lnTo>
                <a:lnTo>
                  <a:pt x="271703" y="937374"/>
                </a:lnTo>
                <a:lnTo>
                  <a:pt x="232486" y="915200"/>
                </a:lnTo>
                <a:lnTo>
                  <a:pt x="195592" y="889673"/>
                </a:lnTo>
                <a:lnTo>
                  <a:pt x="161239" y="860996"/>
                </a:lnTo>
                <a:lnTo>
                  <a:pt x="129616" y="829360"/>
                </a:lnTo>
                <a:lnTo>
                  <a:pt x="100926" y="795007"/>
                </a:lnTo>
                <a:lnTo>
                  <a:pt x="75399" y="758113"/>
                </a:lnTo>
                <a:lnTo>
                  <a:pt x="53225" y="718908"/>
                </a:lnTo>
                <a:lnTo>
                  <a:pt x="34620" y="677583"/>
                </a:lnTo>
                <a:lnTo>
                  <a:pt x="19786" y="634352"/>
                </a:lnTo>
                <a:lnTo>
                  <a:pt x="8928" y="589419"/>
                </a:lnTo>
                <a:lnTo>
                  <a:pt x="2260" y="543001"/>
                </a:lnTo>
                <a:lnTo>
                  <a:pt x="0" y="495300"/>
                </a:lnTo>
                <a:lnTo>
                  <a:pt x="2260" y="447598"/>
                </a:lnTo>
                <a:lnTo>
                  <a:pt x="8928" y="401180"/>
                </a:lnTo>
                <a:lnTo>
                  <a:pt x="19786" y="356247"/>
                </a:lnTo>
                <a:lnTo>
                  <a:pt x="34620" y="313016"/>
                </a:lnTo>
                <a:lnTo>
                  <a:pt x="53225" y="271691"/>
                </a:lnTo>
                <a:lnTo>
                  <a:pt x="75399" y="232486"/>
                </a:lnTo>
                <a:lnTo>
                  <a:pt x="100926" y="195592"/>
                </a:lnTo>
                <a:lnTo>
                  <a:pt x="129616" y="161226"/>
                </a:lnTo>
                <a:lnTo>
                  <a:pt x="161239" y="129603"/>
                </a:lnTo>
                <a:lnTo>
                  <a:pt x="195592" y="100926"/>
                </a:lnTo>
                <a:lnTo>
                  <a:pt x="232486" y="75387"/>
                </a:lnTo>
                <a:lnTo>
                  <a:pt x="271703" y="53225"/>
                </a:lnTo>
                <a:lnTo>
                  <a:pt x="313029" y="34620"/>
                </a:lnTo>
                <a:lnTo>
                  <a:pt x="356247" y="19786"/>
                </a:lnTo>
                <a:lnTo>
                  <a:pt x="401180" y="8928"/>
                </a:lnTo>
                <a:lnTo>
                  <a:pt x="447598" y="2260"/>
                </a:lnTo>
                <a:lnTo>
                  <a:pt x="495300" y="0"/>
                </a:lnTo>
                <a:lnTo>
                  <a:pt x="543001" y="2260"/>
                </a:lnTo>
                <a:lnTo>
                  <a:pt x="589419" y="8928"/>
                </a:lnTo>
                <a:lnTo>
                  <a:pt x="634352" y="19786"/>
                </a:lnTo>
                <a:lnTo>
                  <a:pt x="677583" y="34620"/>
                </a:lnTo>
                <a:lnTo>
                  <a:pt x="718908" y="53225"/>
                </a:lnTo>
                <a:lnTo>
                  <a:pt x="758113" y="75387"/>
                </a:lnTo>
                <a:lnTo>
                  <a:pt x="795007" y="100926"/>
                </a:lnTo>
                <a:lnTo>
                  <a:pt x="829360" y="129603"/>
                </a:lnTo>
                <a:lnTo>
                  <a:pt x="860996" y="161226"/>
                </a:lnTo>
                <a:lnTo>
                  <a:pt x="889673" y="195592"/>
                </a:lnTo>
                <a:lnTo>
                  <a:pt x="915200" y="232486"/>
                </a:lnTo>
                <a:lnTo>
                  <a:pt x="937374" y="271691"/>
                </a:lnTo>
                <a:lnTo>
                  <a:pt x="955979" y="313016"/>
                </a:lnTo>
                <a:lnTo>
                  <a:pt x="970813" y="356247"/>
                </a:lnTo>
                <a:lnTo>
                  <a:pt x="981671" y="401180"/>
                </a:lnTo>
                <a:lnTo>
                  <a:pt x="988326" y="447598"/>
                </a:lnTo>
                <a:lnTo>
                  <a:pt x="990599" y="495300"/>
                </a:lnTo>
                <a:lnTo>
                  <a:pt x="988326" y="543001"/>
                </a:lnTo>
                <a:lnTo>
                  <a:pt x="981671" y="589419"/>
                </a:lnTo>
                <a:lnTo>
                  <a:pt x="970813" y="634352"/>
                </a:lnTo>
                <a:lnTo>
                  <a:pt x="955979" y="677583"/>
                </a:lnTo>
                <a:lnTo>
                  <a:pt x="937374" y="718908"/>
                </a:lnTo>
                <a:lnTo>
                  <a:pt x="915200" y="758113"/>
                </a:lnTo>
                <a:lnTo>
                  <a:pt x="889673" y="795007"/>
                </a:lnTo>
                <a:lnTo>
                  <a:pt x="860996" y="829360"/>
                </a:lnTo>
                <a:lnTo>
                  <a:pt x="829360" y="860996"/>
                </a:lnTo>
                <a:lnTo>
                  <a:pt x="795007" y="889673"/>
                </a:lnTo>
                <a:lnTo>
                  <a:pt x="758113" y="915200"/>
                </a:lnTo>
                <a:lnTo>
                  <a:pt x="718908" y="937374"/>
                </a:lnTo>
                <a:lnTo>
                  <a:pt x="677583" y="955979"/>
                </a:lnTo>
                <a:lnTo>
                  <a:pt x="634352" y="970813"/>
                </a:lnTo>
                <a:lnTo>
                  <a:pt x="589419" y="981671"/>
                </a:lnTo>
                <a:lnTo>
                  <a:pt x="543001" y="988326"/>
                </a:lnTo>
                <a:lnTo>
                  <a:pt x="495300" y="9906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1285" y="2881503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40" y="4425721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34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4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34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34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19936" y="453974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40" y="1978177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2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53464" y="209257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40" y="509018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209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67" y="13334"/>
                </a:lnTo>
                <a:lnTo>
                  <a:pt x="214604" y="13334"/>
                </a:lnTo>
                <a:lnTo>
                  <a:pt x="172630" y="25692"/>
                </a:lnTo>
                <a:lnTo>
                  <a:pt x="172338" y="25692"/>
                </a:lnTo>
                <a:lnTo>
                  <a:pt x="171834" y="25895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23" y="104114"/>
                </a:lnTo>
                <a:lnTo>
                  <a:pt x="67987" y="104429"/>
                </a:lnTo>
                <a:lnTo>
                  <a:pt x="67754" y="104724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4" y="455599"/>
                </a:lnTo>
                <a:lnTo>
                  <a:pt x="97940" y="482320"/>
                </a:lnTo>
                <a:lnTo>
                  <a:pt x="98098" y="482544"/>
                </a:lnTo>
                <a:lnTo>
                  <a:pt x="98437" y="482853"/>
                </a:lnTo>
                <a:lnTo>
                  <a:pt x="106784" y="489089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207" y="25895"/>
                </a:moveTo>
                <a:lnTo>
                  <a:pt x="303529" y="13334"/>
                </a:lnTo>
                <a:lnTo>
                  <a:pt x="302667" y="13334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207" y="25895"/>
                </a:lnTo>
                <a:close/>
              </a:path>
              <a:path w="518159" h="554989">
                <a:moveTo>
                  <a:pt x="171939" y="25895"/>
                </a:moveTo>
                <a:lnTo>
                  <a:pt x="172338" y="25692"/>
                </a:lnTo>
                <a:lnTo>
                  <a:pt x="172630" y="25692"/>
                </a:lnTo>
                <a:lnTo>
                  <a:pt x="171939" y="25895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312" y="25895"/>
                </a:lnTo>
                <a:lnTo>
                  <a:pt x="345808" y="25692"/>
                </a:lnTo>
                <a:lnTo>
                  <a:pt x="365980" y="25692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1363" y="489089"/>
                </a:lnTo>
                <a:lnTo>
                  <a:pt x="419709" y="482853"/>
                </a:lnTo>
                <a:lnTo>
                  <a:pt x="420048" y="482544"/>
                </a:lnTo>
                <a:lnTo>
                  <a:pt x="420206" y="482320"/>
                </a:lnTo>
                <a:lnTo>
                  <a:pt x="445122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24"/>
                </a:lnTo>
                <a:lnTo>
                  <a:pt x="450152" y="104429"/>
                </a:lnTo>
                <a:lnTo>
                  <a:pt x="449811" y="104114"/>
                </a:lnTo>
                <a:lnTo>
                  <a:pt x="420293" y="72364"/>
                </a:lnTo>
                <a:lnTo>
                  <a:pt x="420047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6032" y="5205730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40" y="3758209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2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6032" y="3873754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40" y="6422161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209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90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9080" y="653714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40" y="5757697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33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33"/>
                </a:lnTo>
                <a:lnTo>
                  <a:pt x="321709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83" y="538175"/>
                </a:lnTo>
                <a:lnTo>
                  <a:pt x="213753" y="538175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09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70" y="25767"/>
                </a:lnTo>
                <a:close/>
              </a:path>
              <a:path w="518159" h="551814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70" y="25767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50" y="542502"/>
                </a:moveTo>
                <a:lnTo>
                  <a:pt x="259067" y="542502"/>
                </a:lnTo>
                <a:lnTo>
                  <a:pt x="304393" y="538175"/>
                </a:lnTo>
                <a:lnTo>
                  <a:pt x="304063" y="538175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22984" y="5871718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40" y="7089673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37"/>
                </a:lnTo>
                <a:lnTo>
                  <a:pt x="321697" y="545537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97" y="545537"/>
                </a:moveTo>
                <a:lnTo>
                  <a:pt x="259067" y="545537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97" y="545537"/>
                </a:lnTo>
                <a:close/>
              </a:path>
              <a:path w="518159" h="554990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22984" y="720491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40" y="775718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90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22984" y="787280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05" dirty="0"/>
              <a:t> </a:t>
            </a:r>
            <a:r>
              <a:rPr spc="-60" dirty="0"/>
              <a:t>STATEMENT</a:t>
            </a:r>
            <a:endParaRPr spc="-60" dirty="0"/>
          </a:p>
        </p:txBody>
      </p:sp>
      <p:sp>
        <p:nvSpPr>
          <p:cNvPr id="22" name="object 22"/>
          <p:cNvSpPr txBox="1"/>
          <p:nvPr/>
        </p:nvSpPr>
        <p:spPr>
          <a:xfrm>
            <a:off x="2256282" y="3064586"/>
            <a:ext cx="13843000" cy="428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835" indent="-5721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584835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4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4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campuses</a:t>
            </a:r>
            <a:r>
              <a:rPr sz="40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0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often</a:t>
            </a:r>
            <a:r>
              <a:rPr sz="40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unorganized</a:t>
            </a:r>
            <a:r>
              <a:rPr sz="40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delayed.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ct val="100000"/>
              </a:lnSpc>
              <a:buFont typeface="Arial MT"/>
              <a:buChar char="•"/>
              <a:tabLst>
                <a:tab pos="584835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Students</a:t>
            </a:r>
            <a:r>
              <a:rPr sz="40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depend</a:t>
            </a:r>
            <a:r>
              <a:rPr sz="40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40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notice</a:t>
            </a:r>
            <a:r>
              <a:rPr sz="40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boards,</a:t>
            </a:r>
            <a:r>
              <a:rPr sz="4000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WhatsApp</a:t>
            </a:r>
            <a:r>
              <a:rPr sz="40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groups,</a:t>
            </a:r>
            <a:r>
              <a:rPr sz="40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40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emails.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4835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40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4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unified</a:t>
            </a:r>
            <a:r>
              <a:rPr sz="40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40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registration</a:t>
            </a:r>
            <a:r>
              <a:rPr sz="4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tracking.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ct val="100000"/>
              </a:lnSpc>
              <a:buFont typeface="Arial MT"/>
              <a:buChar char="•"/>
              <a:tabLst>
                <a:tab pos="584835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Manual</a:t>
            </a:r>
            <a:r>
              <a:rPr sz="40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handling</a:t>
            </a:r>
            <a:r>
              <a:rPr sz="40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causes</a:t>
            </a:r>
            <a:r>
              <a:rPr sz="40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confusion</a:t>
            </a:r>
            <a:r>
              <a:rPr sz="40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missed</a:t>
            </a:r>
            <a:r>
              <a:rPr sz="4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opportunities.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ts val="4780"/>
              </a:lnSpc>
              <a:buFont typeface="Arial MT"/>
              <a:buChar char="•"/>
              <a:tabLst>
                <a:tab pos="584835" algn="l"/>
              </a:tabLst>
            </a:pP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Organizers</a:t>
            </a:r>
            <a:r>
              <a:rPr sz="40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face</a:t>
            </a:r>
            <a:r>
              <a:rPr sz="40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difficulty</a:t>
            </a:r>
            <a:r>
              <a:rPr sz="40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40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managing</a:t>
            </a:r>
            <a:r>
              <a:rPr sz="4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participants</a:t>
            </a:r>
            <a:r>
              <a:rPr sz="40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updates.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ts val="4770"/>
              </a:lnSpc>
              <a:buFont typeface="Arial MT"/>
              <a:buChar char="•"/>
              <a:tabLst>
                <a:tab pos="584835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Lack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35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4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reduces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participation.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ts val="4785"/>
              </a:lnSpc>
              <a:buFont typeface="Arial MT"/>
              <a:buChar char="•"/>
              <a:tabLst>
                <a:tab pos="584835" algn="l"/>
              </a:tabLst>
            </a:pPr>
            <a:r>
              <a:rPr sz="4000" spc="-3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000" spc="-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40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digital</a:t>
            </a:r>
            <a:r>
              <a:rPr sz="4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4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4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needed</a:t>
            </a:r>
            <a:r>
              <a:rPr sz="40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4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issues</a:t>
            </a:r>
            <a:r>
              <a:rPr sz="4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efficiently</a:t>
            </a:r>
            <a:r>
              <a:rPr sz="4000" spc="-10" dirty="0">
                <a:latin typeface="Calibri" panose="020F0502020204030204"/>
                <a:cs typeface="Calibri" panose="020F0502020204030204"/>
              </a:rPr>
              <a:t>.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990600"/>
                </a:moveTo>
                <a:lnTo>
                  <a:pt x="447598" y="988326"/>
                </a:lnTo>
                <a:lnTo>
                  <a:pt x="401180" y="981671"/>
                </a:lnTo>
                <a:lnTo>
                  <a:pt x="356247" y="970813"/>
                </a:lnTo>
                <a:lnTo>
                  <a:pt x="313029" y="955979"/>
                </a:lnTo>
                <a:lnTo>
                  <a:pt x="271703" y="937374"/>
                </a:lnTo>
                <a:lnTo>
                  <a:pt x="232486" y="915200"/>
                </a:lnTo>
                <a:lnTo>
                  <a:pt x="195592" y="889673"/>
                </a:lnTo>
                <a:lnTo>
                  <a:pt x="161239" y="860996"/>
                </a:lnTo>
                <a:lnTo>
                  <a:pt x="129616" y="829360"/>
                </a:lnTo>
                <a:lnTo>
                  <a:pt x="100926" y="795007"/>
                </a:lnTo>
                <a:lnTo>
                  <a:pt x="75399" y="758113"/>
                </a:lnTo>
                <a:lnTo>
                  <a:pt x="53225" y="718908"/>
                </a:lnTo>
                <a:lnTo>
                  <a:pt x="34620" y="677583"/>
                </a:lnTo>
                <a:lnTo>
                  <a:pt x="19786" y="634352"/>
                </a:lnTo>
                <a:lnTo>
                  <a:pt x="8928" y="589419"/>
                </a:lnTo>
                <a:lnTo>
                  <a:pt x="2260" y="543001"/>
                </a:lnTo>
                <a:lnTo>
                  <a:pt x="0" y="495300"/>
                </a:lnTo>
                <a:lnTo>
                  <a:pt x="2260" y="447598"/>
                </a:lnTo>
                <a:lnTo>
                  <a:pt x="8928" y="401180"/>
                </a:lnTo>
                <a:lnTo>
                  <a:pt x="19786" y="356247"/>
                </a:lnTo>
                <a:lnTo>
                  <a:pt x="34620" y="313016"/>
                </a:lnTo>
                <a:lnTo>
                  <a:pt x="53225" y="271691"/>
                </a:lnTo>
                <a:lnTo>
                  <a:pt x="75399" y="232486"/>
                </a:lnTo>
                <a:lnTo>
                  <a:pt x="100926" y="195592"/>
                </a:lnTo>
                <a:lnTo>
                  <a:pt x="129616" y="161226"/>
                </a:lnTo>
                <a:lnTo>
                  <a:pt x="161239" y="129603"/>
                </a:lnTo>
                <a:lnTo>
                  <a:pt x="195592" y="100926"/>
                </a:lnTo>
                <a:lnTo>
                  <a:pt x="232486" y="75387"/>
                </a:lnTo>
                <a:lnTo>
                  <a:pt x="271703" y="53225"/>
                </a:lnTo>
                <a:lnTo>
                  <a:pt x="313029" y="34607"/>
                </a:lnTo>
                <a:lnTo>
                  <a:pt x="356247" y="19786"/>
                </a:lnTo>
                <a:lnTo>
                  <a:pt x="401180" y="8928"/>
                </a:lnTo>
                <a:lnTo>
                  <a:pt x="447598" y="2260"/>
                </a:lnTo>
                <a:lnTo>
                  <a:pt x="495300" y="0"/>
                </a:lnTo>
                <a:lnTo>
                  <a:pt x="543001" y="2260"/>
                </a:lnTo>
                <a:lnTo>
                  <a:pt x="589419" y="8928"/>
                </a:lnTo>
                <a:lnTo>
                  <a:pt x="634352" y="19786"/>
                </a:lnTo>
                <a:lnTo>
                  <a:pt x="677583" y="34607"/>
                </a:lnTo>
                <a:lnTo>
                  <a:pt x="718908" y="53225"/>
                </a:lnTo>
                <a:lnTo>
                  <a:pt x="758113" y="75387"/>
                </a:lnTo>
                <a:lnTo>
                  <a:pt x="795007" y="100926"/>
                </a:lnTo>
                <a:lnTo>
                  <a:pt x="829360" y="129603"/>
                </a:lnTo>
                <a:lnTo>
                  <a:pt x="860996" y="161226"/>
                </a:lnTo>
                <a:lnTo>
                  <a:pt x="889673" y="195592"/>
                </a:lnTo>
                <a:lnTo>
                  <a:pt x="915200" y="232486"/>
                </a:lnTo>
                <a:lnTo>
                  <a:pt x="937374" y="271691"/>
                </a:lnTo>
                <a:lnTo>
                  <a:pt x="955979" y="313016"/>
                </a:lnTo>
                <a:lnTo>
                  <a:pt x="970813" y="356247"/>
                </a:lnTo>
                <a:lnTo>
                  <a:pt x="981671" y="401180"/>
                </a:lnTo>
                <a:lnTo>
                  <a:pt x="988326" y="447598"/>
                </a:lnTo>
                <a:lnTo>
                  <a:pt x="990599" y="495300"/>
                </a:lnTo>
                <a:lnTo>
                  <a:pt x="988326" y="543001"/>
                </a:lnTo>
                <a:lnTo>
                  <a:pt x="981671" y="589419"/>
                </a:lnTo>
                <a:lnTo>
                  <a:pt x="970813" y="634352"/>
                </a:lnTo>
                <a:lnTo>
                  <a:pt x="955979" y="677583"/>
                </a:lnTo>
                <a:lnTo>
                  <a:pt x="937374" y="718908"/>
                </a:lnTo>
                <a:lnTo>
                  <a:pt x="915200" y="758113"/>
                </a:lnTo>
                <a:lnTo>
                  <a:pt x="889673" y="795007"/>
                </a:lnTo>
                <a:lnTo>
                  <a:pt x="860996" y="829360"/>
                </a:lnTo>
                <a:lnTo>
                  <a:pt x="829360" y="860996"/>
                </a:lnTo>
                <a:lnTo>
                  <a:pt x="795007" y="889673"/>
                </a:lnTo>
                <a:lnTo>
                  <a:pt x="758113" y="915200"/>
                </a:lnTo>
                <a:lnTo>
                  <a:pt x="718908" y="937374"/>
                </a:lnTo>
                <a:lnTo>
                  <a:pt x="677583" y="955979"/>
                </a:lnTo>
                <a:lnTo>
                  <a:pt x="634352" y="970813"/>
                </a:lnTo>
                <a:lnTo>
                  <a:pt x="589419" y="981671"/>
                </a:lnTo>
                <a:lnTo>
                  <a:pt x="543001" y="988326"/>
                </a:lnTo>
                <a:lnTo>
                  <a:pt x="495300" y="9906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8237" y="3549396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7940" y="4425721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34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4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34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34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9936" y="453974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7940" y="1978177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2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7940" y="509018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209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67" y="13334"/>
                </a:lnTo>
                <a:lnTo>
                  <a:pt x="214604" y="13334"/>
                </a:lnTo>
                <a:lnTo>
                  <a:pt x="172630" y="25692"/>
                </a:lnTo>
                <a:lnTo>
                  <a:pt x="172338" y="25692"/>
                </a:lnTo>
                <a:lnTo>
                  <a:pt x="171834" y="25895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23" y="104114"/>
                </a:lnTo>
                <a:lnTo>
                  <a:pt x="67987" y="104429"/>
                </a:lnTo>
                <a:lnTo>
                  <a:pt x="67754" y="104724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4" y="455599"/>
                </a:lnTo>
                <a:lnTo>
                  <a:pt x="97940" y="482320"/>
                </a:lnTo>
                <a:lnTo>
                  <a:pt x="98098" y="482544"/>
                </a:lnTo>
                <a:lnTo>
                  <a:pt x="98437" y="482853"/>
                </a:lnTo>
                <a:lnTo>
                  <a:pt x="106784" y="489089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207" y="25895"/>
                </a:moveTo>
                <a:lnTo>
                  <a:pt x="303529" y="13334"/>
                </a:lnTo>
                <a:lnTo>
                  <a:pt x="302667" y="13334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207" y="25895"/>
                </a:lnTo>
                <a:close/>
              </a:path>
              <a:path w="518159" h="554989">
                <a:moveTo>
                  <a:pt x="171939" y="25895"/>
                </a:moveTo>
                <a:lnTo>
                  <a:pt x="172338" y="25692"/>
                </a:lnTo>
                <a:lnTo>
                  <a:pt x="172630" y="25692"/>
                </a:lnTo>
                <a:lnTo>
                  <a:pt x="171939" y="25895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312" y="25895"/>
                </a:lnTo>
                <a:lnTo>
                  <a:pt x="345808" y="25692"/>
                </a:lnTo>
                <a:lnTo>
                  <a:pt x="365980" y="25692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1363" y="489089"/>
                </a:lnTo>
                <a:lnTo>
                  <a:pt x="419709" y="482853"/>
                </a:lnTo>
                <a:lnTo>
                  <a:pt x="420048" y="482544"/>
                </a:lnTo>
                <a:lnTo>
                  <a:pt x="420206" y="482320"/>
                </a:lnTo>
                <a:lnTo>
                  <a:pt x="445122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24"/>
                </a:lnTo>
                <a:lnTo>
                  <a:pt x="450152" y="104429"/>
                </a:lnTo>
                <a:lnTo>
                  <a:pt x="449811" y="104114"/>
                </a:lnTo>
                <a:lnTo>
                  <a:pt x="420293" y="72364"/>
                </a:lnTo>
                <a:lnTo>
                  <a:pt x="420047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6032" y="5205730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40" y="2645689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6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34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4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6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6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34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34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6032" y="2092579"/>
            <a:ext cx="171450" cy="950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40" y="6422161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209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90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7940" y="5757697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33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33"/>
                </a:lnTo>
                <a:lnTo>
                  <a:pt x="321709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83" y="538175"/>
                </a:lnTo>
                <a:lnTo>
                  <a:pt x="213753" y="538175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09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70" y="25767"/>
                </a:lnTo>
                <a:close/>
              </a:path>
              <a:path w="518159" h="551814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70" y="25767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50" y="542502"/>
                </a:moveTo>
                <a:lnTo>
                  <a:pt x="259067" y="542502"/>
                </a:lnTo>
                <a:lnTo>
                  <a:pt x="304393" y="538175"/>
                </a:lnTo>
                <a:lnTo>
                  <a:pt x="304063" y="538175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2984" y="5871718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7940" y="7089673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37"/>
                </a:lnTo>
                <a:lnTo>
                  <a:pt x="321697" y="545537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97" y="545537"/>
                </a:moveTo>
                <a:lnTo>
                  <a:pt x="259067" y="545537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97" y="545537"/>
                </a:lnTo>
                <a:close/>
              </a:path>
              <a:path w="518159" h="554990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47940" y="775718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90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22984" y="6537147"/>
            <a:ext cx="149860" cy="1618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34137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  <a:endParaRPr spc="-10" dirty="0"/>
          </a:p>
        </p:txBody>
      </p:sp>
      <p:pic>
        <p:nvPicPr>
          <p:cNvPr id="18" name="object 1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82342" y="3334334"/>
            <a:ext cx="13771244" cy="307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8630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000" spc="-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40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0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30" dirty="0">
                <a:latin typeface="Times New Roman" panose="02020603050405020304"/>
                <a:cs typeface="Times New Roman" panose="02020603050405020304"/>
              </a:rPr>
              <a:t>web-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4000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campus</a:t>
            </a:r>
            <a:r>
              <a:rPr sz="40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40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468630" indent="-455930">
              <a:lnSpc>
                <a:spcPct val="100000"/>
              </a:lnSpc>
              <a:buFont typeface="Arial MT"/>
              <a:buChar char="•"/>
              <a:tabLst>
                <a:tab pos="468630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40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35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4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sz="40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notifications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468630" indent="-455930">
              <a:lnSpc>
                <a:spcPct val="100000"/>
              </a:lnSpc>
              <a:buFont typeface="Arial MT"/>
              <a:buChar char="•"/>
              <a:tabLst>
                <a:tab pos="468630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000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simplify</a:t>
            </a:r>
            <a:r>
              <a:rPr sz="4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40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registration</a:t>
            </a:r>
            <a:r>
              <a:rPr sz="40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participation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468630" indent="-45593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8630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000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improve</a:t>
            </a:r>
            <a:r>
              <a:rPr sz="40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sz="40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40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students</a:t>
            </a:r>
            <a:r>
              <a:rPr sz="4000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organizers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468630" indent="-455930">
              <a:lnSpc>
                <a:spcPct val="100000"/>
              </a:lnSpc>
              <a:buFont typeface="Arial MT"/>
              <a:buChar char="•"/>
              <a:tabLst>
                <a:tab pos="468630" algn="l"/>
              </a:tabLst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sz="4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45" dirty="0">
                <a:latin typeface="Times New Roman" panose="02020603050405020304"/>
                <a:cs typeface="Times New Roman" panose="02020603050405020304"/>
              </a:rPr>
              <a:t>user-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40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responsive</a:t>
            </a:r>
            <a:r>
              <a:rPr sz="40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interface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990600"/>
                </a:moveTo>
                <a:lnTo>
                  <a:pt x="447598" y="988326"/>
                </a:lnTo>
                <a:lnTo>
                  <a:pt x="401180" y="981671"/>
                </a:lnTo>
                <a:lnTo>
                  <a:pt x="356247" y="970813"/>
                </a:lnTo>
                <a:lnTo>
                  <a:pt x="313029" y="955979"/>
                </a:lnTo>
                <a:lnTo>
                  <a:pt x="271703" y="937374"/>
                </a:lnTo>
                <a:lnTo>
                  <a:pt x="232486" y="915200"/>
                </a:lnTo>
                <a:lnTo>
                  <a:pt x="195592" y="889673"/>
                </a:lnTo>
                <a:lnTo>
                  <a:pt x="161239" y="860996"/>
                </a:lnTo>
                <a:lnTo>
                  <a:pt x="129616" y="829360"/>
                </a:lnTo>
                <a:lnTo>
                  <a:pt x="100926" y="795007"/>
                </a:lnTo>
                <a:lnTo>
                  <a:pt x="75399" y="758113"/>
                </a:lnTo>
                <a:lnTo>
                  <a:pt x="53225" y="718896"/>
                </a:lnTo>
                <a:lnTo>
                  <a:pt x="34620" y="677583"/>
                </a:lnTo>
                <a:lnTo>
                  <a:pt x="19786" y="634352"/>
                </a:lnTo>
                <a:lnTo>
                  <a:pt x="8928" y="589419"/>
                </a:lnTo>
                <a:lnTo>
                  <a:pt x="2260" y="543001"/>
                </a:lnTo>
                <a:lnTo>
                  <a:pt x="0" y="495300"/>
                </a:lnTo>
                <a:lnTo>
                  <a:pt x="2260" y="447598"/>
                </a:lnTo>
                <a:lnTo>
                  <a:pt x="8928" y="401180"/>
                </a:lnTo>
                <a:lnTo>
                  <a:pt x="19786" y="356247"/>
                </a:lnTo>
                <a:lnTo>
                  <a:pt x="34620" y="313016"/>
                </a:lnTo>
                <a:lnTo>
                  <a:pt x="53225" y="271691"/>
                </a:lnTo>
                <a:lnTo>
                  <a:pt x="75399" y="232486"/>
                </a:lnTo>
                <a:lnTo>
                  <a:pt x="100926" y="195592"/>
                </a:lnTo>
                <a:lnTo>
                  <a:pt x="129616" y="161226"/>
                </a:lnTo>
                <a:lnTo>
                  <a:pt x="161239" y="129603"/>
                </a:lnTo>
                <a:lnTo>
                  <a:pt x="195592" y="100926"/>
                </a:lnTo>
                <a:lnTo>
                  <a:pt x="232486" y="75387"/>
                </a:lnTo>
                <a:lnTo>
                  <a:pt x="271703" y="53225"/>
                </a:lnTo>
                <a:lnTo>
                  <a:pt x="313029" y="34607"/>
                </a:lnTo>
                <a:lnTo>
                  <a:pt x="356247" y="19786"/>
                </a:lnTo>
                <a:lnTo>
                  <a:pt x="401180" y="8928"/>
                </a:lnTo>
                <a:lnTo>
                  <a:pt x="447598" y="2260"/>
                </a:lnTo>
                <a:lnTo>
                  <a:pt x="495300" y="0"/>
                </a:lnTo>
                <a:lnTo>
                  <a:pt x="543001" y="2260"/>
                </a:lnTo>
                <a:lnTo>
                  <a:pt x="589419" y="8928"/>
                </a:lnTo>
                <a:lnTo>
                  <a:pt x="634352" y="19786"/>
                </a:lnTo>
                <a:lnTo>
                  <a:pt x="677583" y="34607"/>
                </a:lnTo>
                <a:lnTo>
                  <a:pt x="718908" y="53225"/>
                </a:lnTo>
                <a:lnTo>
                  <a:pt x="758113" y="75387"/>
                </a:lnTo>
                <a:lnTo>
                  <a:pt x="795007" y="100926"/>
                </a:lnTo>
                <a:lnTo>
                  <a:pt x="829360" y="129603"/>
                </a:lnTo>
                <a:lnTo>
                  <a:pt x="860996" y="161226"/>
                </a:lnTo>
                <a:lnTo>
                  <a:pt x="889673" y="195592"/>
                </a:lnTo>
                <a:lnTo>
                  <a:pt x="915200" y="232486"/>
                </a:lnTo>
                <a:lnTo>
                  <a:pt x="937374" y="271691"/>
                </a:lnTo>
                <a:lnTo>
                  <a:pt x="955979" y="313016"/>
                </a:lnTo>
                <a:lnTo>
                  <a:pt x="970813" y="356247"/>
                </a:lnTo>
                <a:lnTo>
                  <a:pt x="981671" y="401180"/>
                </a:lnTo>
                <a:lnTo>
                  <a:pt x="988326" y="447598"/>
                </a:lnTo>
                <a:lnTo>
                  <a:pt x="990599" y="495300"/>
                </a:lnTo>
                <a:lnTo>
                  <a:pt x="988326" y="543001"/>
                </a:lnTo>
                <a:lnTo>
                  <a:pt x="981671" y="589419"/>
                </a:lnTo>
                <a:lnTo>
                  <a:pt x="970813" y="634352"/>
                </a:lnTo>
                <a:lnTo>
                  <a:pt x="955979" y="677583"/>
                </a:lnTo>
                <a:lnTo>
                  <a:pt x="937374" y="718896"/>
                </a:lnTo>
                <a:lnTo>
                  <a:pt x="915200" y="758113"/>
                </a:lnTo>
                <a:lnTo>
                  <a:pt x="889673" y="795007"/>
                </a:lnTo>
                <a:lnTo>
                  <a:pt x="860996" y="829360"/>
                </a:lnTo>
                <a:lnTo>
                  <a:pt x="829360" y="860996"/>
                </a:lnTo>
                <a:lnTo>
                  <a:pt x="795007" y="889673"/>
                </a:lnTo>
                <a:lnTo>
                  <a:pt x="758113" y="915200"/>
                </a:lnTo>
                <a:lnTo>
                  <a:pt x="718908" y="937374"/>
                </a:lnTo>
                <a:lnTo>
                  <a:pt x="677583" y="955979"/>
                </a:lnTo>
                <a:lnTo>
                  <a:pt x="634352" y="970813"/>
                </a:lnTo>
                <a:lnTo>
                  <a:pt x="589419" y="981671"/>
                </a:lnTo>
                <a:lnTo>
                  <a:pt x="543001" y="988326"/>
                </a:lnTo>
                <a:lnTo>
                  <a:pt x="495300" y="9906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79093" y="4217161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7940" y="3313201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490"/>
                </a:lnTo>
                <a:lnTo>
                  <a:pt x="321877" y="542490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4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77" y="542490"/>
                </a:moveTo>
                <a:lnTo>
                  <a:pt x="259067" y="542490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77" y="542490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6032" y="342633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7940" y="1978177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2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3464" y="209257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7940" y="509018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209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67" y="13334"/>
                </a:lnTo>
                <a:lnTo>
                  <a:pt x="214604" y="13334"/>
                </a:lnTo>
                <a:lnTo>
                  <a:pt x="172630" y="25692"/>
                </a:lnTo>
                <a:lnTo>
                  <a:pt x="172338" y="25692"/>
                </a:lnTo>
                <a:lnTo>
                  <a:pt x="171834" y="25895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23" y="104114"/>
                </a:lnTo>
                <a:lnTo>
                  <a:pt x="67987" y="104429"/>
                </a:lnTo>
                <a:lnTo>
                  <a:pt x="67754" y="104724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4" y="455599"/>
                </a:lnTo>
                <a:lnTo>
                  <a:pt x="97940" y="482320"/>
                </a:lnTo>
                <a:lnTo>
                  <a:pt x="98098" y="482544"/>
                </a:lnTo>
                <a:lnTo>
                  <a:pt x="98437" y="482853"/>
                </a:lnTo>
                <a:lnTo>
                  <a:pt x="106784" y="489089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207" y="25895"/>
                </a:moveTo>
                <a:lnTo>
                  <a:pt x="303529" y="13334"/>
                </a:lnTo>
                <a:lnTo>
                  <a:pt x="302667" y="13334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207" y="25895"/>
                </a:lnTo>
                <a:close/>
              </a:path>
              <a:path w="518159" h="554989">
                <a:moveTo>
                  <a:pt x="171939" y="25895"/>
                </a:moveTo>
                <a:lnTo>
                  <a:pt x="172338" y="25692"/>
                </a:lnTo>
                <a:lnTo>
                  <a:pt x="172630" y="25692"/>
                </a:lnTo>
                <a:lnTo>
                  <a:pt x="171939" y="25895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312" y="25895"/>
                </a:lnTo>
                <a:lnTo>
                  <a:pt x="345808" y="25692"/>
                </a:lnTo>
                <a:lnTo>
                  <a:pt x="365980" y="25692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1363" y="489089"/>
                </a:lnTo>
                <a:lnTo>
                  <a:pt x="419709" y="482853"/>
                </a:lnTo>
                <a:lnTo>
                  <a:pt x="420048" y="482544"/>
                </a:lnTo>
                <a:lnTo>
                  <a:pt x="420206" y="482320"/>
                </a:lnTo>
                <a:lnTo>
                  <a:pt x="445122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24"/>
                </a:lnTo>
                <a:lnTo>
                  <a:pt x="450152" y="104429"/>
                </a:lnTo>
                <a:lnTo>
                  <a:pt x="449811" y="104114"/>
                </a:lnTo>
                <a:lnTo>
                  <a:pt x="420293" y="72364"/>
                </a:lnTo>
                <a:lnTo>
                  <a:pt x="420047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26032" y="5205730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7940" y="2645689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6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34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4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6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6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34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34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6032" y="275856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7940" y="6422161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209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90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9080" y="653714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7940" y="5757697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33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33"/>
                </a:lnTo>
                <a:lnTo>
                  <a:pt x="321709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83" y="538175"/>
                </a:lnTo>
                <a:lnTo>
                  <a:pt x="213753" y="538175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09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70" y="25767"/>
                </a:lnTo>
                <a:close/>
              </a:path>
              <a:path w="518159" h="551814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70" y="25767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50" y="542502"/>
                </a:moveTo>
                <a:lnTo>
                  <a:pt x="259067" y="542502"/>
                </a:lnTo>
                <a:lnTo>
                  <a:pt x="304393" y="538175"/>
                </a:lnTo>
                <a:lnTo>
                  <a:pt x="304063" y="538175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22984" y="5871718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7940" y="7089673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37"/>
                </a:lnTo>
                <a:lnTo>
                  <a:pt x="321697" y="545537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97" y="545537"/>
                </a:moveTo>
                <a:lnTo>
                  <a:pt x="259067" y="545537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97" y="545537"/>
                </a:lnTo>
                <a:close/>
              </a:path>
              <a:path w="518159" h="554990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22984" y="720491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7940" y="775718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90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90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90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90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90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90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90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90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90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90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90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90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90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90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22984" y="787280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25571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PROPOSED</a:t>
            </a:r>
            <a:r>
              <a:rPr spc="-229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22" name="object 22"/>
          <p:cNvSpPr txBox="1"/>
          <p:nvPr/>
        </p:nvSpPr>
        <p:spPr>
          <a:xfrm>
            <a:off x="2332735" y="1732026"/>
            <a:ext cx="14597380" cy="606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105" marR="88265" indent="-5734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610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600" spc="-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36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web-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36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campus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events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efficiently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platform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6105" marR="289560" indent="-573405">
              <a:lnSpc>
                <a:spcPct val="100000"/>
              </a:lnSpc>
              <a:buFont typeface="Arial MT"/>
              <a:buChar char="•"/>
              <a:tabLst>
                <a:tab pos="58610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Built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Spring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Boot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architecture</a:t>
            </a:r>
            <a:r>
              <a:rPr sz="36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scalability,</a:t>
            </a:r>
            <a:r>
              <a:rPr sz="36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performance,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maintainability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5470" indent="-5727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login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role-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36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600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Admin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Student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users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6105" marR="5080" indent="-573405">
              <a:lnSpc>
                <a:spcPct val="100000"/>
              </a:lnSpc>
              <a:buFont typeface="Arial MT"/>
              <a:buChar char="•"/>
              <a:tabLst>
                <a:tab pos="58610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including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creation,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updates,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event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display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6105" marR="197485" indent="-573405">
              <a:lnSpc>
                <a:spcPct val="100000"/>
              </a:lnSpc>
              <a:buFont typeface="Arial MT"/>
              <a:buChar char="•"/>
              <a:tabLst>
                <a:tab pos="58610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Admin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add,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edit,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delete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events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students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view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register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events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6105" marR="1038860" indent="-5734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610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securely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stores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registration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proper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backend processing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993648"/>
                </a:moveTo>
                <a:lnTo>
                  <a:pt x="447598" y="991374"/>
                </a:lnTo>
                <a:lnTo>
                  <a:pt x="401180" y="984694"/>
                </a:lnTo>
                <a:lnTo>
                  <a:pt x="356247" y="973810"/>
                </a:lnTo>
                <a:lnTo>
                  <a:pt x="313029" y="958926"/>
                </a:lnTo>
                <a:lnTo>
                  <a:pt x="271703" y="940269"/>
                </a:lnTo>
                <a:lnTo>
                  <a:pt x="232486" y="918032"/>
                </a:lnTo>
                <a:lnTo>
                  <a:pt x="195592" y="892428"/>
                </a:lnTo>
                <a:lnTo>
                  <a:pt x="161239" y="863650"/>
                </a:lnTo>
                <a:lnTo>
                  <a:pt x="129616" y="831938"/>
                </a:lnTo>
                <a:lnTo>
                  <a:pt x="100926" y="797471"/>
                </a:lnTo>
                <a:lnTo>
                  <a:pt x="75399" y="760463"/>
                </a:lnTo>
                <a:lnTo>
                  <a:pt x="53225" y="721131"/>
                </a:lnTo>
                <a:lnTo>
                  <a:pt x="34620" y="679678"/>
                </a:lnTo>
                <a:lnTo>
                  <a:pt x="19786" y="636320"/>
                </a:lnTo>
                <a:lnTo>
                  <a:pt x="8928" y="591248"/>
                </a:lnTo>
                <a:lnTo>
                  <a:pt x="2260" y="544677"/>
                </a:lnTo>
                <a:lnTo>
                  <a:pt x="0" y="496824"/>
                </a:lnTo>
                <a:lnTo>
                  <a:pt x="2260" y="448970"/>
                </a:lnTo>
                <a:lnTo>
                  <a:pt x="8928" y="402399"/>
                </a:lnTo>
                <a:lnTo>
                  <a:pt x="19786" y="357327"/>
                </a:lnTo>
                <a:lnTo>
                  <a:pt x="34620" y="313956"/>
                </a:lnTo>
                <a:lnTo>
                  <a:pt x="53225" y="272503"/>
                </a:lnTo>
                <a:lnTo>
                  <a:pt x="75399" y="233184"/>
                </a:lnTo>
                <a:lnTo>
                  <a:pt x="100926" y="196176"/>
                </a:lnTo>
                <a:lnTo>
                  <a:pt x="129616" y="161709"/>
                </a:lnTo>
                <a:lnTo>
                  <a:pt x="161239" y="129984"/>
                </a:lnTo>
                <a:lnTo>
                  <a:pt x="195592" y="101218"/>
                </a:lnTo>
                <a:lnTo>
                  <a:pt x="232486" y="75615"/>
                </a:lnTo>
                <a:lnTo>
                  <a:pt x="271703" y="53378"/>
                </a:lnTo>
                <a:lnTo>
                  <a:pt x="313029" y="34721"/>
                </a:lnTo>
                <a:lnTo>
                  <a:pt x="356247" y="19837"/>
                </a:lnTo>
                <a:lnTo>
                  <a:pt x="401180" y="8953"/>
                </a:lnTo>
                <a:lnTo>
                  <a:pt x="447598" y="2273"/>
                </a:lnTo>
                <a:lnTo>
                  <a:pt x="495300" y="0"/>
                </a:lnTo>
                <a:lnTo>
                  <a:pt x="543001" y="2273"/>
                </a:lnTo>
                <a:lnTo>
                  <a:pt x="589419" y="8953"/>
                </a:lnTo>
                <a:lnTo>
                  <a:pt x="634352" y="19837"/>
                </a:lnTo>
                <a:lnTo>
                  <a:pt x="677583" y="34721"/>
                </a:lnTo>
                <a:lnTo>
                  <a:pt x="718908" y="53378"/>
                </a:lnTo>
                <a:lnTo>
                  <a:pt x="758113" y="75615"/>
                </a:lnTo>
                <a:lnTo>
                  <a:pt x="795007" y="101218"/>
                </a:lnTo>
                <a:lnTo>
                  <a:pt x="829360" y="129984"/>
                </a:lnTo>
                <a:lnTo>
                  <a:pt x="860996" y="161709"/>
                </a:lnTo>
                <a:lnTo>
                  <a:pt x="889673" y="196176"/>
                </a:lnTo>
                <a:lnTo>
                  <a:pt x="915200" y="233184"/>
                </a:lnTo>
                <a:lnTo>
                  <a:pt x="937374" y="272503"/>
                </a:lnTo>
                <a:lnTo>
                  <a:pt x="955979" y="313956"/>
                </a:lnTo>
                <a:lnTo>
                  <a:pt x="970813" y="357327"/>
                </a:lnTo>
                <a:lnTo>
                  <a:pt x="981671" y="402399"/>
                </a:lnTo>
                <a:lnTo>
                  <a:pt x="988326" y="448970"/>
                </a:lnTo>
                <a:lnTo>
                  <a:pt x="990599" y="496824"/>
                </a:lnTo>
                <a:lnTo>
                  <a:pt x="988326" y="544677"/>
                </a:lnTo>
                <a:lnTo>
                  <a:pt x="981671" y="591248"/>
                </a:lnTo>
                <a:lnTo>
                  <a:pt x="970813" y="636320"/>
                </a:lnTo>
                <a:lnTo>
                  <a:pt x="955979" y="679678"/>
                </a:lnTo>
                <a:lnTo>
                  <a:pt x="937374" y="721131"/>
                </a:lnTo>
                <a:lnTo>
                  <a:pt x="915200" y="760463"/>
                </a:lnTo>
                <a:lnTo>
                  <a:pt x="889673" y="797471"/>
                </a:lnTo>
                <a:lnTo>
                  <a:pt x="860996" y="831938"/>
                </a:lnTo>
                <a:lnTo>
                  <a:pt x="829360" y="863650"/>
                </a:lnTo>
                <a:lnTo>
                  <a:pt x="795007" y="892428"/>
                </a:lnTo>
                <a:lnTo>
                  <a:pt x="758113" y="918032"/>
                </a:lnTo>
                <a:lnTo>
                  <a:pt x="718908" y="940269"/>
                </a:lnTo>
                <a:lnTo>
                  <a:pt x="677583" y="958926"/>
                </a:lnTo>
                <a:lnTo>
                  <a:pt x="634352" y="973810"/>
                </a:lnTo>
                <a:lnTo>
                  <a:pt x="589419" y="984694"/>
                </a:lnTo>
                <a:lnTo>
                  <a:pt x="543001" y="991374"/>
                </a:lnTo>
                <a:lnTo>
                  <a:pt x="495300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8237" y="4889880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7940" y="3316249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23" y="104114"/>
                </a:lnTo>
                <a:lnTo>
                  <a:pt x="67987" y="104429"/>
                </a:lnTo>
                <a:lnTo>
                  <a:pt x="67754" y="104724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4" y="455599"/>
                </a:lnTo>
                <a:lnTo>
                  <a:pt x="97940" y="482320"/>
                </a:lnTo>
                <a:lnTo>
                  <a:pt x="98098" y="482544"/>
                </a:lnTo>
                <a:lnTo>
                  <a:pt x="98437" y="482853"/>
                </a:lnTo>
                <a:lnTo>
                  <a:pt x="106784" y="489089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1363" y="489089"/>
                </a:lnTo>
                <a:lnTo>
                  <a:pt x="419709" y="482853"/>
                </a:lnTo>
                <a:lnTo>
                  <a:pt x="420048" y="482544"/>
                </a:lnTo>
                <a:lnTo>
                  <a:pt x="420206" y="482320"/>
                </a:lnTo>
                <a:lnTo>
                  <a:pt x="445122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24"/>
                </a:lnTo>
                <a:lnTo>
                  <a:pt x="450152" y="104429"/>
                </a:lnTo>
                <a:lnTo>
                  <a:pt x="449811" y="104114"/>
                </a:lnTo>
                <a:lnTo>
                  <a:pt x="420293" y="72364"/>
                </a:lnTo>
                <a:lnTo>
                  <a:pt x="420047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6032" y="3430905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7940" y="1984273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4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17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45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349" y="13309"/>
                </a:lnTo>
                <a:lnTo>
                  <a:pt x="214604" y="13309"/>
                </a:lnTo>
                <a:lnTo>
                  <a:pt x="172581" y="25590"/>
                </a:lnTo>
                <a:lnTo>
                  <a:pt x="172326" y="25590"/>
                </a:lnTo>
                <a:lnTo>
                  <a:pt x="171869" y="25767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7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7" y="323456"/>
                </a:lnTo>
                <a:lnTo>
                  <a:pt x="13220" y="324205"/>
                </a:lnTo>
                <a:lnTo>
                  <a:pt x="13470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6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83" y="538175"/>
                </a:lnTo>
                <a:lnTo>
                  <a:pt x="213753" y="538175"/>
                </a:lnTo>
                <a:lnTo>
                  <a:pt x="259067" y="542502"/>
                </a:lnTo>
                <a:lnTo>
                  <a:pt x="321850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4">
                <a:moveTo>
                  <a:pt x="346170" y="25767"/>
                </a:moveTo>
                <a:lnTo>
                  <a:pt x="303542" y="13309"/>
                </a:lnTo>
                <a:lnTo>
                  <a:pt x="302797" y="13309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70" y="25767"/>
                </a:lnTo>
                <a:close/>
              </a:path>
              <a:path w="518159" h="551814">
                <a:moveTo>
                  <a:pt x="171977" y="25767"/>
                </a:moveTo>
                <a:lnTo>
                  <a:pt x="172326" y="25590"/>
                </a:lnTo>
                <a:lnTo>
                  <a:pt x="172581" y="25590"/>
                </a:lnTo>
                <a:lnTo>
                  <a:pt x="171977" y="25767"/>
                </a:lnTo>
                <a:close/>
              </a:path>
              <a:path w="518159" h="551814">
                <a:moveTo>
                  <a:pt x="385127" y="45482"/>
                </a:moveTo>
                <a:lnTo>
                  <a:pt x="346270" y="25767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4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4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6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4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7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59" y="323456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6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4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4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5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4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4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4">
                <a:moveTo>
                  <a:pt x="321850" y="542502"/>
                </a:moveTo>
                <a:lnTo>
                  <a:pt x="259067" y="542502"/>
                </a:lnTo>
                <a:lnTo>
                  <a:pt x="304393" y="538175"/>
                </a:lnTo>
                <a:lnTo>
                  <a:pt x="304063" y="538175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17"/>
                </a:lnTo>
                <a:lnTo>
                  <a:pt x="321850" y="542502"/>
                </a:lnTo>
                <a:close/>
              </a:path>
              <a:path w="518159" h="551814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3464" y="2097481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7940" y="3983761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70"/>
                </a:lnTo>
                <a:lnTo>
                  <a:pt x="4229" y="327507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4102" y="227939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23" y="104114"/>
                </a:lnTo>
                <a:lnTo>
                  <a:pt x="67987" y="104429"/>
                </a:lnTo>
                <a:lnTo>
                  <a:pt x="67754" y="104724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4" y="455599"/>
                </a:lnTo>
                <a:lnTo>
                  <a:pt x="97940" y="482320"/>
                </a:lnTo>
                <a:lnTo>
                  <a:pt x="98098" y="482544"/>
                </a:lnTo>
                <a:lnTo>
                  <a:pt x="98437" y="482853"/>
                </a:lnTo>
                <a:lnTo>
                  <a:pt x="106784" y="489089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14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1363" y="489089"/>
                </a:lnTo>
                <a:lnTo>
                  <a:pt x="419709" y="482853"/>
                </a:lnTo>
                <a:lnTo>
                  <a:pt x="420048" y="482544"/>
                </a:lnTo>
                <a:lnTo>
                  <a:pt x="420206" y="482320"/>
                </a:lnTo>
                <a:lnTo>
                  <a:pt x="445122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24"/>
                </a:lnTo>
                <a:lnTo>
                  <a:pt x="450152" y="104429"/>
                </a:lnTo>
                <a:lnTo>
                  <a:pt x="449811" y="104114"/>
                </a:lnTo>
                <a:lnTo>
                  <a:pt x="420293" y="72364"/>
                </a:lnTo>
                <a:lnTo>
                  <a:pt x="420047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14032" y="326745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14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14" y="509244"/>
                </a:lnTo>
                <a:lnTo>
                  <a:pt x="390296" y="516534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61" y="537146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19936" y="4099305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7940" y="2648737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0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2" y="374357"/>
                </a:lnTo>
                <a:lnTo>
                  <a:pt x="4226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2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5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0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0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30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8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0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5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2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59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93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70" y="528993"/>
                </a:lnTo>
                <a:lnTo>
                  <a:pt x="349986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70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93" y="528675"/>
                </a:lnTo>
                <a:lnTo>
                  <a:pt x="365970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6032" y="2763138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7940" y="6428257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5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7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6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34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5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5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5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5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5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6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7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14032" y="324967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6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5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5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5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5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5">
                <a:moveTo>
                  <a:pt x="321834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34" y="542502"/>
                </a:lnTo>
                <a:close/>
              </a:path>
              <a:path w="518159" h="551815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9080" y="6542278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7940" y="5760745"/>
            <a:ext cx="518159" cy="554990"/>
          </a:xfrm>
          <a:custGeom>
            <a:avLst/>
            <a:gdLst/>
            <a:ahLst/>
            <a:cxnLst/>
            <a:rect l="l" t="t" r="r" b="b"/>
            <a:pathLst>
              <a:path w="518159" h="554989">
                <a:moveTo>
                  <a:pt x="259499" y="554685"/>
                </a:moveTo>
                <a:lnTo>
                  <a:pt x="258635" y="554685"/>
                </a:lnTo>
                <a:lnTo>
                  <a:pt x="212877" y="550291"/>
                </a:lnTo>
                <a:lnTo>
                  <a:pt x="168973" y="537451"/>
                </a:lnTo>
                <a:lnTo>
                  <a:pt x="128536" y="516953"/>
                </a:lnTo>
                <a:lnTo>
                  <a:pt x="92328" y="489610"/>
                </a:lnTo>
                <a:lnTo>
                  <a:pt x="61074" y="456196"/>
                </a:lnTo>
                <a:lnTo>
                  <a:pt x="35483" y="417525"/>
                </a:lnTo>
                <a:lnTo>
                  <a:pt x="16306" y="374357"/>
                </a:lnTo>
                <a:lnTo>
                  <a:pt x="4229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75" y="229450"/>
                </a:lnTo>
                <a:lnTo>
                  <a:pt x="16052" y="181038"/>
                </a:lnTo>
                <a:lnTo>
                  <a:pt x="35128" y="137820"/>
                </a:lnTo>
                <a:lnTo>
                  <a:pt x="60604" y="99085"/>
                </a:lnTo>
                <a:lnTo>
                  <a:pt x="91744" y="65595"/>
                </a:lnTo>
                <a:lnTo>
                  <a:pt x="127850" y="38150"/>
                </a:lnTo>
                <a:lnTo>
                  <a:pt x="168186" y="17538"/>
                </a:lnTo>
                <a:lnTo>
                  <a:pt x="212026" y="4559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94"/>
                </a:lnTo>
                <a:lnTo>
                  <a:pt x="306108" y="4559"/>
                </a:lnTo>
                <a:lnTo>
                  <a:pt x="321513" y="9093"/>
                </a:lnTo>
                <a:lnTo>
                  <a:pt x="259499" y="9093"/>
                </a:lnTo>
                <a:lnTo>
                  <a:pt x="215472" y="13322"/>
                </a:lnTo>
                <a:lnTo>
                  <a:pt x="214604" y="13322"/>
                </a:lnTo>
                <a:lnTo>
                  <a:pt x="172586" y="25692"/>
                </a:lnTo>
                <a:lnTo>
                  <a:pt x="172338" y="25692"/>
                </a:lnTo>
                <a:lnTo>
                  <a:pt x="171551" y="25996"/>
                </a:lnTo>
                <a:lnTo>
                  <a:pt x="171740" y="25996"/>
                </a:lnTo>
                <a:lnTo>
                  <a:pt x="133537" y="45440"/>
                </a:lnTo>
                <a:lnTo>
                  <a:pt x="133375" y="45440"/>
                </a:lnTo>
                <a:lnTo>
                  <a:pt x="132689" y="45872"/>
                </a:lnTo>
                <a:lnTo>
                  <a:pt x="98557" y="71831"/>
                </a:lnTo>
                <a:lnTo>
                  <a:pt x="98099" y="72140"/>
                </a:lnTo>
                <a:lnTo>
                  <a:pt x="97853" y="72364"/>
                </a:lnTo>
                <a:lnTo>
                  <a:pt x="68311" y="104114"/>
                </a:lnTo>
                <a:lnTo>
                  <a:pt x="68017" y="104386"/>
                </a:lnTo>
                <a:lnTo>
                  <a:pt x="67754" y="104711"/>
                </a:lnTo>
                <a:lnTo>
                  <a:pt x="43564" y="141528"/>
                </a:lnTo>
                <a:lnTo>
                  <a:pt x="43317" y="141839"/>
                </a:lnTo>
                <a:lnTo>
                  <a:pt x="43129" y="142189"/>
                </a:lnTo>
                <a:lnTo>
                  <a:pt x="24984" y="183299"/>
                </a:lnTo>
                <a:lnTo>
                  <a:pt x="24763" y="183723"/>
                </a:lnTo>
                <a:lnTo>
                  <a:pt x="24663" y="184023"/>
                </a:lnTo>
                <a:lnTo>
                  <a:pt x="13285" y="228701"/>
                </a:lnTo>
                <a:lnTo>
                  <a:pt x="13169" y="229004"/>
                </a:lnTo>
                <a:lnTo>
                  <a:pt x="13093" y="229450"/>
                </a:lnTo>
                <a:lnTo>
                  <a:pt x="9182" y="276961"/>
                </a:lnTo>
                <a:lnTo>
                  <a:pt x="9118" y="277723"/>
                </a:lnTo>
                <a:lnTo>
                  <a:pt x="13157" y="325234"/>
                </a:lnTo>
                <a:lnTo>
                  <a:pt x="13220" y="325983"/>
                </a:lnTo>
                <a:lnTo>
                  <a:pt x="13480" y="326745"/>
                </a:lnTo>
                <a:lnTo>
                  <a:pt x="24722" y="370662"/>
                </a:lnTo>
                <a:lnTo>
                  <a:pt x="24770" y="370978"/>
                </a:lnTo>
                <a:lnTo>
                  <a:pt x="24904" y="371373"/>
                </a:lnTo>
                <a:lnTo>
                  <a:pt x="25985" y="373646"/>
                </a:lnTo>
                <a:lnTo>
                  <a:pt x="43192" y="412496"/>
                </a:lnTo>
                <a:lnTo>
                  <a:pt x="43286" y="412787"/>
                </a:lnTo>
                <a:lnTo>
                  <a:pt x="43484" y="413156"/>
                </a:lnTo>
                <a:lnTo>
                  <a:pt x="46010" y="416864"/>
                </a:lnTo>
                <a:lnTo>
                  <a:pt x="67835" y="449961"/>
                </a:lnTo>
                <a:lnTo>
                  <a:pt x="67951" y="450209"/>
                </a:lnTo>
                <a:lnTo>
                  <a:pt x="68237" y="450570"/>
                </a:lnTo>
                <a:lnTo>
                  <a:pt x="73016" y="455599"/>
                </a:lnTo>
                <a:lnTo>
                  <a:pt x="97951" y="482320"/>
                </a:lnTo>
                <a:lnTo>
                  <a:pt x="98139" y="482575"/>
                </a:lnTo>
                <a:lnTo>
                  <a:pt x="98437" y="482841"/>
                </a:lnTo>
                <a:lnTo>
                  <a:pt x="132805" y="508812"/>
                </a:lnTo>
                <a:lnTo>
                  <a:pt x="132975" y="508992"/>
                </a:lnTo>
                <a:lnTo>
                  <a:pt x="133375" y="509244"/>
                </a:lnTo>
                <a:lnTo>
                  <a:pt x="133537" y="509244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338" y="528993"/>
                </a:lnTo>
                <a:lnTo>
                  <a:pt x="172630" y="528993"/>
                </a:lnTo>
                <a:lnTo>
                  <a:pt x="214043" y="541185"/>
                </a:lnTo>
                <a:lnTo>
                  <a:pt x="213753" y="541185"/>
                </a:lnTo>
                <a:lnTo>
                  <a:pt x="259067" y="545550"/>
                </a:lnTo>
                <a:lnTo>
                  <a:pt x="321654" y="545550"/>
                </a:lnTo>
                <a:lnTo>
                  <a:pt x="306108" y="550125"/>
                </a:lnTo>
                <a:lnTo>
                  <a:pt x="305257" y="550291"/>
                </a:lnTo>
                <a:lnTo>
                  <a:pt x="259499" y="554685"/>
                </a:lnTo>
                <a:close/>
              </a:path>
              <a:path w="518159" h="554989">
                <a:moveTo>
                  <a:pt x="346148" y="25865"/>
                </a:moveTo>
                <a:lnTo>
                  <a:pt x="303529" y="13322"/>
                </a:lnTo>
                <a:lnTo>
                  <a:pt x="302662" y="13322"/>
                </a:lnTo>
                <a:lnTo>
                  <a:pt x="258635" y="9093"/>
                </a:lnTo>
                <a:lnTo>
                  <a:pt x="321513" y="9093"/>
                </a:lnTo>
                <a:lnTo>
                  <a:pt x="349173" y="17233"/>
                </a:lnTo>
                <a:lnTo>
                  <a:pt x="349961" y="17538"/>
                </a:lnTo>
                <a:lnTo>
                  <a:pt x="365980" y="25692"/>
                </a:lnTo>
                <a:lnTo>
                  <a:pt x="345808" y="25692"/>
                </a:lnTo>
                <a:lnTo>
                  <a:pt x="346148" y="25865"/>
                </a:lnTo>
                <a:close/>
              </a:path>
              <a:path w="518159" h="554989">
                <a:moveTo>
                  <a:pt x="171998" y="25865"/>
                </a:moveTo>
                <a:lnTo>
                  <a:pt x="172338" y="25692"/>
                </a:lnTo>
                <a:lnTo>
                  <a:pt x="172586" y="25692"/>
                </a:lnTo>
                <a:lnTo>
                  <a:pt x="171998" y="25865"/>
                </a:lnTo>
                <a:close/>
              </a:path>
              <a:path w="518159" h="554989">
                <a:moveTo>
                  <a:pt x="366579" y="25996"/>
                </a:moveTo>
                <a:lnTo>
                  <a:pt x="346595" y="25996"/>
                </a:lnTo>
                <a:lnTo>
                  <a:pt x="345808" y="25692"/>
                </a:lnTo>
                <a:lnTo>
                  <a:pt x="365980" y="25692"/>
                </a:lnTo>
                <a:lnTo>
                  <a:pt x="366579" y="25996"/>
                </a:lnTo>
                <a:close/>
              </a:path>
              <a:path w="518159" h="554989">
                <a:moveTo>
                  <a:pt x="171740" y="25996"/>
                </a:moveTo>
                <a:lnTo>
                  <a:pt x="171551" y="25996"/>
                </a:lnTo>
                <a:lnTo>
                  <a:pt x="171998" y="25865"/>
                </a:lnTo>
                <a:lnTo>
                  <a:pt x="171740" y="25996"/>
                </a:lnTo>
                <a:close/>
              </a:path>
              <a:path w="518159" h="554989">
                <a:moveTo>
                  <a:pt x="385104" y="45692"/>
                </a:moveTo>
                <a:lnTo>
                  <a:pt x="346148" y="25865"/>
                </a:lnTo>
                <a:lnTo>
                  <a:pt x="346595" y="25996"/>
                </a:lnTo>
                <a:lnTo>
                  <a:pt x="366579" y="25996"/>
                </a:lnTo>
                <a:lnTo>
                  <a:pt x="389610" y="37719"/>
                </a:lnTo>
                <a:lnTo>
                  <a:pt x="390296" y="38150"/>
                </a:lnTo>
                <a:lnTo>
                  <a:pt x="399914" y="45440"/>
                </a:lnTo>
                <a:lnTo>
                  <a:pt x="384771" y="45440"/>
                </a:lnTo>
                <a:lnTo>
                  <a:pt x="385104" y="45692"/>
                </a:lnTo>
                <a:close/>
              </a:path>
              <a:path w="518159" h="554989">
                <a:moveTo>
                  <a:pt x="133043" y="45692"/>
                </a:moveTo>
                <a:lnTo>
                  <a:pt x="133375" y="45440"/>
                </a:lnTo>
                <a:lnTo>
                  <a:pt x="133537" y="45440"/>
                </a:lnTo>
                <a:lnTo>
                  <a:pt x="133043" y="45692"/>
                </a:lnTo>
                <a:close/>
              </a:path>
              <a:path w="518159" h="554989">
                <a:moveTo>
                  <a:pt x="399901" y="509244"/>
                </a:moveTo>
                <a:lnTo>
                  <a:pt x="384771" y="509244"/>
                </a:lnTo>
                <a:lnTo>
                  <a:pt x="385171" y="508992"/>
                </a:lnTo>
                <a:lnTo>
                  <a:pt x="385341" y="508812"/>
                </a:lnTo>
                <a:lnTo>
                  <a:pt x="419709" y="482841"/>
                </a:lnTo>
                <a:lnTo>
                  <a:pt x="420008" y="482575"/>
                </a:lnTo>
                <a:lnTo>
                  <a:pt x="420195" y="482320"/>
                </a:lnTo>
                <a:lnTo>
                  <a:pt x="445120" y="455599"/>
                </a:lnTo>
                <a:lnTo>
                  <a:pt x="449910" y="450570"/>
                </a:lnTo>
                <a:lnTo>
                  <a:pt x="450188" y="450209"/>
                </a:lnTo>
                <a:lnTo>
                  <a:pt x="450312" y="449961"/>
                </a:lnTo>
                <a:lnTo>
                  <a:pt x="472137" y="416864"/>
                </a:lnTo>
                <a:lnTo>
                  <a:pt x="474649" y="413156"/>
                </a:lnTo>
                <a:lnTo>
                  <a:pt x="474855" y="412787"/>
                </a:lnTo>
                <a:lnTo>
                  <a:pt x="474942" y="412496"/>
                </a:lnTo>
                <a:lnTo>
                  <a:pt x="492149" y="373646"/>
                </a:lnTo>
                <a:lnTo>
                  <a:pt x="493229" y="371373"/>
                </a:lnTo>
                <a:lnTo>
                  <a:pt x="493363" y="370978"/>
                </a:lnTo>
                <a:lnTo>
                  <a:pt x="493412" y="370662"/>
                </a:lnTo>
                <a:lnTo>
                  <a:pt x="504666" y="326745"/>
                </a:lnTo>
                <a:lnTo>
                  <a:pt x="504913" y="325983"/>
                </a:lnTo>
                <a:lnTo>
                  <a:pt x="509016" y="277723"/>
                </a:lnTo>
                <a:lnTo>
                  <a:pt x="505053" y="229450"/>
                </a:lnTo>
                <a:lnTo>
                  <a:pt x="504970" y="229004"/>
                </a:lnTo>
                <a:lnTo>
                  <a:pt x="504861" y="228701"/>
                </a:lnTo>
                <a:lnTo>
                  <a:pt x="493471" y="184023"/>
                </a:lnTo>
                <a:lnTo>
                  <a:pt x="493371" y="183723"/>
                </a:lnTo>
                <a:lnTo>
                  <a:pt x="493150" y="183299"/>
                </a:lnTo>
                <a:lnTo>
                  <a:pt x="475018" y="142189"/>
                </a:lnTo>
                <a:lnTo>
                  <a:pt x="474822" y="141839"/>
                </a:lnTo>
                <a:lnTo>
                  <a:pt x="474582" y="141528"/>
                </a:lnTo>
                <a:lnTo>
                  <a:pt x="450380" y="104711"/>
                </a:lnTo>
                <a:lnTo>
                  <a:pt x="450124" y="104386"/>
                </a:lnTo>
                <a:lnTo>
                  <a:pt x="449823" y="104114"/>
                </a:lnTo>
                <a:lnTo>
                  <a:pt x="420293" y="72364"/>
                </a:lnTo>
                <a:lnTo>
                  <a:pt x="420048" y="72140"/>
                </a:lnTo>
                <a:lnTo>
                  <a:pt x="419590" y="71831"/>
                </a:lnTo>
                <a:lnTo>
                  <a:pt x="385457" y="45872"/>
                </a:lnTo>
                <a:lnTo>
                  <a:pt x="384771" y="45440"/>
                </a:lnTo>
                <a:lnTo>
                  <a:pt x="399914" y="45440"/>
                </a:lnTo>
                <a:lnTo>
                  <a:pt x="457072" y="98475"/>
                </a:lnTo>
                <a:lnTo>
                  <a:pt x="482650" y="137160"/>
                </a:lnTo>
                <a:lnTo>
                  <a:pt x="501840" y="180314"/>
                </a:lnTo>
                <a:lnTo>
                  <a:pt x="513905" y="227177"/>
                </a:lnTo>
                <a:lnTo>
                  <a:pt x="518134" y="276961"/>
                </a:lnTo>
                <a:lnTo>
                  <a:pt x="518134" y="277723"/>
                </a:lnTo>
                <a:lnTo>
                  <a:pt x="514158" y="325234"/>
                </a:lnTo>
                <a:lnTo>
                  <a:pt x="502081" y="373646"/>
                </a:lnTo>
                <a:lnTo>
                  <a:pt x="483019" y="416864"/>
                </a:lnTo>
                <a:lnTo>
                  <a:pt x="457542" y="455599"/>
                </a:lnTo>
                <a:lnTo>
                  <a:pt x="426402" y="489089"/>
                </a:lnTo>
                <a:lnTo>
                  <a:pt x="425818" y="489610"/>
                </a:lnTo>
                <a:lnTo>
                  <a:pt x="399901" y="509244"/>
                </a:lnTo>
                <a:close/>
              </a:path>
              <a:path w="518159" h="554989">
                <a:moveTo>
                  <a:pt x="133537" y="509244"/>
                </a:moveTo>
                <a:lnTo>
                  <a:pt x="133375" y="509244"/>
                </a:lnTo>
                <a:lnTo>
                  <a:pt x="133043" y="508992"/>
                </a:lnTo>
                <a:lnTo>
                  <a:pt x="133537" y="509244"/>
                </a:lnTo>
                <a:close/>
              </a:path>
              <a:path w="518159" h="554989">
                <a:moveTo>
                  <a:pt x="345808" y="528993"/>
                </a:moveTo>
                <a:lnTo>
                  <a:pt x="385104" y="508992"/>
                </a:lnTo>
                <a:lnTo>
                  <a:pt x="384771" y="509244"/>
                </a:lnTo>
                <a:lnTo>
                  <a:pt x="399901" y="509244"/>
                </a:lnTo>
                <a:lnTo>
                  <a:pt x="390296" y="516521"/>
                </a:lnTo>
                <a:lnTo>
                  <a:pt x="389610" y="516953"/>
                </a:lnTo>
                <a:lnTo>
                  <a:pt x="366579" y="528675"/>
                </a:lnTo>
                <a:lnTo>
                  <a:pt x="346595" y="528675"/>
                </a:lnTo>
                <a:lnTo>
                  <a:pt x="345808" y="528993"/>
                </a:lnTo>
                <a:close/>
              </a:path>
              <a:path w="518159" h="554989">
                <a:moveTo>
                  <a:pt x="172338" y="528993"/>
                </a:moveTo>
                <a:lnTo>
                  <a:pt x="171551" y="528675"/>
                </a:lnTo>
                <a:lnTo>
                  <a:pt x="171715" y="528675"/>
                </a:lnTo>
                <a:lnTo>
                  <a:pt x="172338" y="528993"/>
                </a:lnTo>
                <a:close/>
              </a:path>
              <a:path w="518159" h="554989">
                <a:moveTo>
                  <a:pt x="172630" y="528993"/>
                </a:moveTo>
                <a:lnTo>
                  <a:pt x="172338" y="528993"/>
                </a:lnTo>
                <a:lnTo>
                  <a:pt x="171715" y="528675"/>
                </a:lnTo>
                <a:lnTo>
                  <a:pt x="171551" y="528675"/>
                </a:lnTo>
                <a:lnTo>
                  <a:pt x="172630" y="528993"/>
                </a:lnTo>
                <a:close/>
              </a:path>
              <a:path w="518159" h="554989">
                <a:moveTo>
                  <a:pt x="321654" y="545550"/>
                </a:moveTo>
                <a:lnTo>
                  <a:pt x="259067" y="545550"/>
                </a:lnTo>
                <a:lnTo>
                  <a:pt x="304380" y="541185"/>
                </a:lnTo>
                <a:lnTo>
                  <a:pt x="304090" y="541185"/>
                </a:lnTo>
                <a:lnTo>
                  <a:pt x="346595" y="528675"/>
                </a:lnTo>
                <a:lnTo>
                  <a:pt x="346432" y="528675"/>
                </a:lnTo>
                <a:lnTo>
                  <a:pt x="345808" y="528993"/>
                </a:lnTo>
                <a:lnTo>
                  <a:pt x="365955" y="528993"/>
                </a:lnTo>
                <a:lnTo>
                  <a:pt x="349961" y="537133"/>
                </a:lnTo>
                <a:lnTo>
                  <a:pt x="349173" y="537451"/>
                </a:lnTo>
                <a:lnTo>
                  <a:pt x="321654" y="545550"/>
                </a:lnTo>
                <a:close/>
              </a:path>
              <a:path w="518159" h="554989">
                <a:moveTo>
                  <a:pt x="365955" y="528993"/>
                </a:moveTo>
                <a:lnTo>
                  <a:pt x="345808" y="528993"/>
                </a:lnTo>
                <a:lnTo>
                  <a:pt x="346595" y="528675"/>
                </a:lnTo>
                <a:lnTo>
                  <a:pt x="366579" y="528675"/>
                </a:lnTo>
                <a:lnTo>
                  <a:pt x="365955" y="528993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22984" y="5876290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7940" y="7086625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5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7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6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34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5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5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5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5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5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6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7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6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5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5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5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5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5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5">
                <a:moveTo>
                  <a:pt x="321834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34" y="542502"/>
                </a:lnTo>
                <a:close/>
              </a:path>
              <a:path w="518159" h="551815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22984" y="7200010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7940" y="7754137"/>
            <a:ext cx="518159" cy="551815"/>
          </a:xfrm>
          <a:custGeom>
            <a:avLst/>
            <a:gdLst/>
            <a:ahLst/>
            <a:cxnLst/>
            <a:rect l="l" t="t" r="r" b="b"/>
            <a:pathLst>
              <a:path w="518159" h="551815">
                <a:moveTo>
                  <a:pt x="259499" y="551637"/>
                </a:moveTo>
                <a:lnTo>
                  <a:pt x="258635" y="551637"/>
                </a:lnTo>
                <a:lnTo>
                  <a:pt x="212890" y="547268"/>
                </a:lnTo>
                <a:lnTo>
                  <a:pt x="168973" y="534504"/>
                </a:lnTo>
                <a:lnTo>
                  <a:pt x="128549" y="514146"/>
                </a:lnTo>
                <a:lnTo>
                  <a:pt x="92341" y="486956"/>
                </a:lnTo>
                <a:lnTo>
                  <a:pt x="61086" y="453732"/>
                </a:lnTo>
                <a:lnTo>
                  <a:pt x="35496" y="415277"/>
                </a:lnTo>
                <a:lnTo>
                  <a:pt x="16306" y="372351"/>
                </a:lnTo>
                <a:lnTo>
                  <a:pt x="4229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73" y="228180"/>
                </a:lnTo>
                <a:lnTo>
                  <a:pt x="4011" y="227738"/>
                </a:lnTo>
                <a:lnTo>
                  <a:pt x="16052" y="180009"/>
                </a:lnTo>
                <a:lnTo>
                  <a:pt x="35128" y="137020"/>
                </a:lnTo>
                <a:lnTo>
                  <a:pt x="60604" y="98501"/>
                </a:lnTo>
                <a:lnTo>
                  <a:pt x="91757" y="65201"/>
                </a:lnTo>
                <a:lnTo>
                  <a:pt x="127863" y="37922"/>
                </a:lnTo>
                <a:lnTo>
                  <a:pt x="168198" y="17437"/>
                </a:lnTo>
                <a:lnTo>
                  <a:pt x="212039" y="4521"/>
                </a:lnTo>
                <a:lnTo>
                  <a:pt x="258635" y="0"/>
                </a:lnTo>
                <a:lnTo>
                  <a:pt x="259499" y="0"/>
                </a:lnTo>
                <a:lnTo>
                  <a:pt x="305257" y="4368"/>
                </a:lnTo>
                <a:lnTo>
                  <a:pt x="306108" y="4521"/>
                </a:lnTo>
                <a:lnTo>
                  <a:pt x="321736" y="9093"/>
                </a:lnTo>
                <a:lnTo>
                  <a:pt x="259499" y="9093"/>
                </a:lnTo>
                <a:lnTo>
                  <a:pt x="215482" y="13296"/>
                </a:lnTo>
                <a:lnTo>
                  <a:pt x="214604" y="13296"/>
                </a:lnTo>
                <a:lnTo>
                  <a:pt x="172580" y="25590"/>
                </a:lnTo>
                <a:lnTo>
                  <a:pt x="172326" y="25590"/>
                </a:lnTo>
                <a:lnTo>
                  <a:pt x="171870" y="25766"/>
                </a:lnTo>
                <a:lnTo>
                  <a:pt x="133530" y="45224"/>
                </a:lnTo>
                <a:lnTo>
                  <a:pt x="133362" y="45224"/>
                </a:lnTo>
                <a:lnTo>
                  <a:pt x="132676" y="45656"/>
                </a:lnTo>
                <a:lnTo>
                  <a:pt x="98532" y="71462"/>
                </a:lnTo>
                <a:lnTo>
                  <a:pt x="98116" y="71737"/>
                </a:lnTo>
                <a:lnTo>
                  <a:pt x="97840" y="71983"/>
                </a:lnTo>
                <a:lnTo>
                  <a:pt x="68314" y="103555"/>
                </a:lnTo>
                <a:lnTo>
                  <a:pt x="67966" y="103883"/>
                </a:lnTo>
                <a:lnTo>
                  <a:pt x="67754" y="104152"/>
                </a:lnTo>
                <a:lnTo>
                  <a:pt x="43562" y="140741"/>
                </a:lnTo>
                <a:lnTo>
                  <a:pt x="43288" y="141099"/>
                </a:lnTo>
                <a:lnTo>
                  <a:pt x="43116" y="141414"/>
                </a:lnTo>
                <a:lnTo>
                  <a:pt x="24985" y="182283"/>
                </a:lnTo>
                <a:lnTo>
                  <a:pt x="24783" y="182647"/>
                </a:lnTo>
                <a:lnTo>
                  <a:pt x="24663" y="183006"/>
                </a:lnTo>
                <a:lnTo>
                  <a:pt x="13274" y="227431"/>
                </a:lnTo>
                <a:lnTo>
                  <a:pt x="13163" y="227738"/>
                </a:lnTo>
                <a:lnTo>
                  <a:pt x="13081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56" y="323443"/>
                </a:lnTo>
                <a:lnTo>
                  <a:pt x="13220" y="324205"/>
                </a:lnTo>
                <a:lnTo>
                  <a:pt x="13473" y="324967"/>
                </a:lnTo>
                <a:lnTo>
                  <a:pt x="24718" y="368630"/>
                </a:lnTo>
                <a:lnTo>
                  <a:pt x="24760" y="368922"/>
                </a:lnTo>
                <a:lnTo>
                  <a:pt x="24904" y="369354"/>
                </a:lnTo>
                <a:lnTo>
                  <a:pt x="25998" y="371627"/>
                </a:lnTo>
                <a:lnTo>
                  <a:pt x="43185" y="410222"/>
                </a:lnTo>
                <a:lnTo>
                  <a:pt x="43256" y="410479"/>
                </a:lnTo>
                <a:lnTo>
                  <a:pt x="43484" y="410895"/>
                </a:lnTo>
                <a:lnTo>
                  <a:pt x="46030" y="414616"/>
                </a:lnTo>
                <a:lnTo>
                  <a:pt x="67828" y="447484"/>
                </a:lnTo>
                <a:lnTo>
                  <a:pt x="67966" y="447753"/>
                </a:lnTo>
                <a:lnTo>
                  <a:pt x="68224" y="448081"/>
                </a:lnTo>
                <a:lnTo>
                  <a:pt x="73056" y="453135"/>
                </a:lnTo>
                <a:lnTo>
                  <a:pt x="97936" y="479653"/>
                </a:lnTo>
                <a:lnTo>
                  <a:pt x="98116" y="479899"/>
                </a:lnTo>
                <a:lnTo>
                  <a:pt x="98425" y="480174"/>
                </a:lnTo>
                <a:lnTo>
                  <a:pt x="132789" y="505980"/>
                </a:lnTo>
                <a:lnTo>
                  <a:pt x="132952" y="506154"/>
                </a:lnTo>
                <a:lnTo>
                  <a:pt x="133362" y="506412"/>
                </a:lnTo>
                <a:lnTo>
                  <a:pt x="133530" y="506412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326" y="526046"/>
                </a:lnTo>
                <a:lnTo>
                  <a:pt x="172624" y="526046"/>
                </a:lnTo>
                <a:lnTo>
                  <a:pt x="214040" y="538162"/>
                </a:lnTo>
                <a:lnTo>
                  <a:pt x="213753" y="538162"/>
                </a:lnTo>
                <a:lnTo>
                  <a:pt x="259067" y="542502"/>
                </a:lnTo>
                <a:lnTo>
                  <a:pt x="321834" y="542502"/>
                </a:lnTo>
                <a:lnTo>
                  <a:pt x="306108" y="547103"/>
                </a:lnTo>
                <a:lnTo>
                  <a:pt x="305257" y="547268"/>
                </a:lnTo>
                <a:lnTo>
                  <a:pt x="259499" y="551637"/>
                </a:lnTo>
                <a:close/>
              </a:path>
              <a:path w="518159" h="551815">
                <a:moveTo>
                  <a:pt x="346169" y="25766"/>
                </a:moveTo>
                <a:lnTo>
                  <a:pt x="303542" y="13296"/>
                </a:lnTo>
                <a:lnTo>
                  <a:pt x="302664" y="13296"/>
                </a:lnTo>
                <a:lnTo>
                  <a:pt x="258635" y="9093"/>
                </a:lnTo>
                <a:lnTo>
                  <a:pt x="321736" y="9093"/>
                </a:lnTo>
                <a:lnTo>
                  <a:pt x="349173" y="17119"/>
                </a:lnTo>
                <a:lnTo>
                  <a:pt x="349948" y="17437"/>
                </a:lnTo>
                <a:lnTo>
                  <a:pt x="366069" y="25590"/>
                </a:lnTo>
                <a:lnTo>
                  <a:pt x="345820" y="25590"/>
                </a:lnTo>
                <a:lnTo>
                  <a:pt x="346169" y="25766"/>
                </a:lnTo>
                <a:close/>
              </a:path>
              <a:path w="518159" h="551815">
                <a:moveTo>
                  <a:pt x="171977" y="25766"/>
                </a:moveTo>
                <a:lnTo>
                  <a:pt x="172326" y="25590"/>
                </a:lnTo>
                <a:lnTo>
                  <a:pt x="172580" y="25590"/>
                </a:lnTo>
                <a:lnTo>
                  <a:pt x="171977" y="25766"/>
                </a:lnTo>
                <a:close/>
              </a:path>
              <a:path w="518159" h="551815">
                <a:moveTo>
                  <a:pt x="385127" y="45482"/>
                </a:moveTo>
                <a:lnTo>
                  <a:pt x="346269" y="25766"/>
                </a:lnTo>
                <a:lnTo>
                  <a:pt x="345820" y="25590"/>
                </a:lnTo>
                <a:lnTo>
                  <a:pt x="366069" y="25590"/>
                </a:lnTo>
                <a:lnTo>
                  <a:pt x="389597" y="37490"/>
                </a:lnTo>
                <a:lnTo>
                  <a:pt x="390283" y="37922"/>
                </a:lnTo>
                <a:lnTo>
                  <a:pt x="399977" y="45224"/>
                </a:lnTo>
                <a:lnTo>
                  <a:pt x="384784" y="45224"/>
                </a:lnTo>
                <a:lnTo>
                  <a:pt x="385127" y="45482"/>
                </a:lnTo>
                <a:close/>
              </a:path>
              <a:path w="518159" h="551815">
                <a:moveTo>
                  <a:pt x="133019" y="45482"/>
                </a:moveTo>
                <a:lnTo>
                  <a:pt x="133362" y="45224"/>
                </a:lnTo>
                <a:lnTo>
                  <a:pt x="133530" y="45224"/>
                </a:lnTo>
                <a:lnTo>
                  <a:pt x="133019" y="45482"/>
                </a:lnTo>
                <a:close/>
              </a:path>
              <a:path w="518159" h="551815">
                <a:moveTo>
                  <a:pt x="399977" y="506412"/>
                </a:moveTo>
                <a:lnTo>
                  <a:pt x="384784" y="506412"/>
                </a:lnTo>
                <a:lnTo>
                  <a:pt x="385194" y="506154"/>
                </a:lnTo>
                <a:lnTo>
                  <a:pt x="385357" y="505980"/>
                </a:lnTo>
                <a:lnTo>
                  <a:pt x="419722" y="480174"/>
                </a:lnTo>
                <a:lnTo>
                  <a:pt x="420030" y="479899"/>
                </a:lnTo>
                <a:lnTo>
                  <a:pt x="420210" y="479653"/>
                </a:lnTo>
                <a:lnTo>
                  <a:pt x="445090" y="453135"/>
                </a:lnTo>
                <a:lnTo>
                  <a:pt x="449922" y="448081"/>
                </a:lnTo>
                <a:lnTo>
                  <a:pt x="450180" y="447753"/>
                </a:lnTo>
                <a:lnTo>
                  <a:pt x="450318" y="447484"/>
                </a:lnTo>
                <a:lnTo>
                  <a:pt x="472105" y="414616"/>
                </a:lnTo>
                <a:lnTo>
                  <a:pt x="474662" y="410895"/>
                </a:lnTo>
                <a:lnTo>
                  <a:pt x="474882" y="410479"/>
                </a:lnTo>
                <a:lnTo>
                  <a:pt x="474962" y="410222"/>
                </a:lnTo>
                <a:lnTo>
                  <a:pt x="492149" y="371627"/>
                </a:lnTo>
                <a:lnTo>
                  <a:pt x="493229" y="369354"/>
                </a:lnTo>
                <a:lnTo>
                  <a:pt x="493381" y="368922"/>
                </a:lnTo>
                <a:lnTo>
                  <a:pt x="493416" y="368630"/>
                </a:lnTo>
                <a:lnTo>
                  <a:pt x="504661" y="324967"/>
                </a:lnTo>
                <a:lnTo>
                  <a:pt x="504926" y="324205"/>
                </a:lnTo>
                <a:lnTo>
                  <a:pt x="509016" y="276199"/>
                </a:lnTo>
                <a:lnTo>
                  <a:pt x="505053" y="228180"/>
                </a:lnTo>
                <a:lnTo>
                  <a:pt x="504978" y="227738"/>
                </a:lnTo>
                <a:lnTo>
                  <a:pt x="504860" y="227431"/>
                </a:lnTo>
                <a:lnTo>
                  <a:pt x="493483" y="183006"/>
                </a:lnTo>
                <a:lnTo>
                  <a:pt x="493357" y="182647"/>
                </a:lnTo>
                <a:lnTo>
                  <a:pt x="493161" y="182283"/>
                </a:lnTo>
                <a:lnTo>
                  <a:pt x="475018" y="141414"/>
                </a:lnTo>
                <a:lnTo>
                  <a:pt x="474851" y="141099"/>
                </a:lnTo>
                <a:lnTo>
                  <a:pt x="474571" y="140741"/>
                </a:lnTo>
                <a:lnTo>
                  <a:pt x="450392" y="104152"/>
                </a:lnTo>
                <a:lnTo>
                  <a:pt x="450180" y="103883"/>
                </a:lnTo>
                <a:lnTo>
                  <a:pt x="449832" y="103555"/>
                </a:lnTo>
                <a:lnTo>
                  <a:pt x="420306" y="71983"/>
                </a:lnTo>
                <a:lnTo>
                  <a:pt x="420030" y="71737"/>
                </a:lnTo>
                <a:lnTo>
                  <a:pt x="419615" y="71462"/>
                </a:lnTo>
                <a:lnTo>
                  <a:pt x="385470" y="45656"/>
                </a:lnTo>
                <a:lnTo>
                  <a:pt x="384784" y="45224"/>
                </a:lnTo>
                <a:lnTo>
                  <a:pt x="399977" y="45224"/>
                </a:lnTo>
                <a:lnTo>
                  <a:pt x="457060" y="97891"/>
                </a:lnTo>
                <a:lnTo>
                  <a:pt x="482650" y="136359"/>
                </a:lnTo>
                <a:lnTo>
                  <a:pt x="501827" y="179285"/>
                </a:lnTo>
                <a:lnTo>
                  <a:pt x="513905" y="225907"/>
                </a:lnTo>
                <a:lnTo>
                  <a:pt x="518134" y="275437"/>
                </a:lnTo>
                <a:lnTo>
                  <a:pt x="518134" y="276199"/>
                </a:lnTo>
                <a:lnTo>
                  <a:pt x="514160" y="323443"/>
                </a:lnTo>
                <a:lnTo>
                  <a:pt x="514096" y="324205"/>
                </a:lnTo>
                <a:lnTo>
                  <a:pt x="514032" y="324967"/>
                </a:lnTo>
                <a:lnTo>
                  <a:pt x="502081" y="371627"/>
                </a:lnTo>
                <a:lnTo>
                  <a:pt x="483006" y="414616"/>
                </a:lnTo>
                <a:lnTo>
                  <a:pt x="457542" y="453135"/>
                </a:lnTo>
                <a:lnTo>
                  <a:pt x="426389" y="486435"/>
                </a:lnTo>
                <a:lnTo>
                  <a:pt x="425805" y="486956"/>
                </a:lnTo>
                <a:lnTo>
                  <a:pt x="399977" y="506412"/>
                </a:lnTo>
                <a:close/>
              </a:path>
              <a:path w="518159" h="551815">
                <a:moveTo>
                  <a:pt x="133530" y="506412"/>
                </a:moveTo>
                <a:lnTo>
                  <a:pt x="133362" y="506412"/>
                </a:lnTo>
                <a:lnTo>
                  <a:pt x="133019" y="506154"/>
                </a:lnTo>
                <a:lnTo>
                  <a:pt x="133530" y="506412"/>
                </a:lnTo>
                <a:close/>
              </a:path>
              <a:path w="518159" h="551815">
                <a:moveTo>
                  <a:pt x="345820" y="526046"/>
                </a:moveTo>
                <a:lnTo>
                  <a:pt x="385127" y="506154"/>
                </a:lnTo>
                <a:lnTo>
                  <a:pt x="384784" y="506412"/>
                </a:lnTo>
                <a:lnTo>
                  <a:pt x="399977" y="506412"/>
                </a:lnTo>
                <a:lnTo>
                  <a:pt x="390283" y="513714"/>
                </a:lnTo>
                <a:lnTo>
                  <a:pt x="389597" y="514146"/>
                </a:lnTo>
                <a:lnTo>
                  <a:pt x="366697" y="525729"/>
                </a:lnTo>
                <a:lnTo>
                  <a:pt x="346595" y="525729"/>
                </a:lnTo>
                <a:lnTo>
                  <a:pt x="345820" y="526046"/>
                </a:lnTo>
                <a:close/>
              </a:path>
              <a:path w="518159" h="551815">
                <a:moveTo>
                  <a:pt x="172326" y="526046"/>
                </a:moveTo>
                <a:lnTo>
                  <a:pt x="171538" y="525729"/>
                </a:lnTo>
                <a:lnTo>
                  <a:pt x="171698" y="525729"/>
                </a:lnTo>
                <a:lnTo>
                  <a:pt x="172326" y="526046"/>
                </a:lnTo>
                <a:close/>
              </a:path>
              <a:path w="518159" h="551815">
                <a:moveTo>
                  <a:pt x="172624" y="526046"/>
                </a:moveTo>
                <a:lnTo>
                  <a:pt x="172326" y="526046"/>
                </a:lnTo>
                <a:lnTo>
                  <a:pt x="171698" y="525729"/>
                </a:lnTo>
                <a:lnTo>
                  <a:pt x="171538" y="525729"/>
                </a:lnTo>
                <a:lnTo>
                  <a:pt x="172624" y="526046"/>
                </a:lnTo>
                <a:close/>
              </a:path>
              <a:path w="518159" h="551815">
                <a:moveTo>
                  <a:pt x="321834" y="542502"/>
                </a:moveTo>
                <a:lnTo>
                  <a:pt x="259067" y="542502"/>
                </a:lnTo>
                <a:lnTo>
                  <a:pt x="304393" y="538162"/>
                </a:lnTo>
                <a:lnTo>
                  <a:pt x="304106" y="538162"/>
                </a:lnTo>
                <a:lnTo>
                  <a:pt x="346595" y="525729"/>
                </a:lnTo>
                <a:lnTo>
                  <a:pt x="346448" y="525729"/>
                </a:lnTo>
                <a:lnTo>
                  <a:pt x="345820" y="526046"/>
                </a:lnTo>
                <a:lnTo>
                  <a:pt x="366069" y="526046"/>
                </a:lnTo>
                <a:lnTo>
                  <a:pt x="349948" y="534200"/>
                </a:lnTo>
                <a:lnTo>
                  <a:pt x="349173" y="534504"/>
                </a:lnTo>
                <a:lnTo>
                  <a:pt x="321834" y="542502"/>
                </a:lnTo>
                <a:close/>
              </a:path>
              <a:path w="518159" h="551815">
                <a:moveTo>
                  <a:pt x="366069" y="526046"/>
                </a:moveTo>
                <a:lnTo>
                  <a:pt x="345820" y="526046"/>
                </a:lnTo>
                <a:lnTo>
                  <a:pt x="346595" y="525729"/>
                </a:lnTo>
                <a:lnTo>
                  <a:pt x="366697" y="525729"/>
                </a:lnTo>
                <a:lnTo>
                  <a:pt x="366069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22984" y="7867904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467334" y="0"/>
            <a:ext cx="4820920" cy="1609725"/>
            <a:chOff x="13467334" y="0"/>
            <a:chExt cx="4820920" cy="1609725"/>
          </a:xfrm>
        </p:grpSpPr>
        <p:sp>
          <p:nvSpPr>
            <p:cNvPr id="21" name="object 21"/>
            <p:cNvSpPr/>
            <p:nvPr/>
          </p:nvSpPr>
          <p:spPr>
            <a:xfrm>
              <a:off x="13467334" y="0"/>
              <a:ext cx="4820920" cy="1609725"/>
            </a:xfrm>
            <a:custGeom>
              <a:avLst/>
              <a:gdLst/>
              <a:ahLst/>
              <a:cxnLst/>
              <a:rect l="l" t="t" r="r" b="b"/>
              <a:pathLst>
                <a:path w="4820919" h="1609725">
                  <a:moveTo>
                    <a:pt x="4783607" y="1532953"/>
                  </a:moveTo>
                  <a:lnTo>
                    <a:pt x="2801213" y="1532953"/>
                  </a:lnTo>
                  <a:lnTo>
                    <a:pt x="2704846" y="1507553"/>
                  </a:lnTo>
                  <a:lnTo>
                    <a:pt x="2656865" y="1507553"/>
                  </a:lnTo>
                  <a:lnTo>
                    <a:pt x="2611183" y="1494853"/>
                  </a:lnTo>
                  <a:lnTo>
                    <a:pt x="2561348" y="1482153"/>
                  </a:lnTo>
                  <a:lnTo>
                    <a:pt x="2419172" y="1444053"/>
                  </a:lnTo>
                  <a:lnTo>
                    <a:pt x="2372080" y="1444053"/>
                  </a:lnTo>
                  <a:lnTo>
                    <a:pt x="2278354" y="1418653"/>
                  </a:lnTo>
                  <a:lnTo>
                    <a:pt x="2233828" y="1405953"/>
                  </a:lnTo>
                  <a:lnTo>
                    <a:pt x="2185263" y="1393253"/>
                  </a:lnTo>
                  <a:lnTo>
                    <a:pt x="2138959" y="1367853"/>
                  </a:lnTo>
                  <a:lnTo>
                    <a:pt x="1909914" y="1304353"/>
                  </a:lnTo>
                  <a:lnTo>
                    <a:pt x="1864601" y="1278953"/>
                  </a:lnTo>
                  <a:lnTo>
                    <a:pt x="1821510" y="1266253"/>
                  </a:lnTo>
                  <a:lnTo>
                    <a:pt x="1774520" y="1253553"/>
                  </a:lnTo>
                  <a:lnTo>
                    <a:pt x="1729752" y="1228153"/>
                  </a:lnTo>
                  <a:lnTo>
                    <a:pt x="1640738" y="1202753"/>
                  </a:lnTo>
                  <a:lnTo>
                    <a:pt x="1596517" y="1177353"/>
                  </a:lnTo>
                  <a:lnTo>
                    <a:pt x="1554441" y="1164653"/>
                  </a:lnTo>
                  <a:lnTo>
                    <a:pt x="1510576" y="1139253"/>
                  </a:lnTo>
                  <a:lnTo>
                    <a:pt x="1466900" y="1126553"/>
                  </a:lnTo>
                  <a:lnTo>
                    <a:pt x="1421460" y="1101153"/>
                  </a:lnTo>
                  <a:lnTo>
                    <a:pt x="1378165" y="1088453"/>
                  </a:lnTo>
                  <a:lnTo>
                    <a:pt x="1335074" y="1063053"/>
                  </a:lnTo>
                  <a:lnTo>
                    <a:pt x="1292174" y="1050353"/>
                  </a:lnTo>
                  <a:lnTo>
                    <a:pt x="1251381" y="1024953"/>
                  </a:lnTo>
                  <a:lnTo>
                    <a:pt x="1206969" y="999553"/>
                  </a:lnTo>
                  <a:lnTo>
                    <a:pt x="1164666" y="986853"/>
                  </a:lnTo>
                  <a:lnTo>
                    <a:pt x="1122578" y="961453"/>
                  </a:lnTo>
                  <a:lnTo>
                    <a:pt x="1082548" y="936053"/>
                  </a:lnTo>
                  <a:lnTo>
                    <a:pt x="1038986" y="910653"/>
                  </a:lnTo>
                  <a:lnTo>
                    <a:pt x="997508" y="885253"/>
                  </a:lnTo>
                  <a:lnTo>
                    <a:pt x="956233" y="872553"/>
                  </a:lnTo>
                  <a:lnTo>
                    <a:pt x="874331" y="821753"/>
                  </a:lnTo>
                  <a:lnTo>
                    <a:pt x="673379" y="694753"/>
                  </a:lnTo>
                  <a:lnTo>
                    <a:pt x="478015" y="567753"/>
                  </a:lnTo>
                  <a:lnTo>
                    <a:pt x="441337" y="542353"/>
                  </a:lnTo>
                  <a:lnTo>
                    <a:pt x="401485" y="504253"/>
                  </a:lnTo>
                  <a:lnTo>
                    <a:pt x="288480" y="428053"/>
                  </a:lnTo>
                  <a:lnTo>
                    <a:pt x="251282" y="389953"/>
                  </a:lnTo>
                  <a:lnTo>
                    <a:pt x="141185" y="313753"/>
                  </a:lnTo>
                  <a:lnTo>
                    <a:pt x="106578" y="275653"/>
                  </a:lnTo>
                  <a:lnTo>
                    <a:pt x="70611" y="250253"/>
                  </a:lnTo>
                  <a:lnTo>
                    <a:pt x="33312" y="212153"/>
                  </a:lnTo>
                  <a:lnTo>
                    <a:pt x="0" y="186753"/>
                  </a:lnTo>
                  <a:lnTo>
                    <a:pt x="165799" y="0"/>
                  </a:lnTo>
                  <a:lnTo>
                    <a:pt x="573769" y="0"/>
                  </a:lnTo>
                  <a:lnTo>
                    <a:pt x="604062" y="21653"/>
                  </a:lnTo>
                  <a:lnTo>
                    <a:pt x="602411" y="21653"/>
                  </a:lnTo>
                  <a:lnTo>
                    <a:pt x="638175" y="47053"/>
                  </a:lnTo>
                  <a:lnTo>
                    <a:pt x="636498" y="47053"/>
                  </a:lnTo>
                  <a:lnTo>
                    <a:pt x="672490" y="72453"/>
                  </a:lnTo>
                  <a:lnTo>
                    <a:pt x="670813" y="72453"/>
                  </a:lnTo>
                  <a:lnTo>
                    <a:pt x="707034" y="97853"/>
                  </a:lnTo>
                  <a:lnTo>
                    <a:pt x="705332" y="97853"/>
                  </a:lnTo>
                  <a:lnTo>
                    <a:pt x="741781" y="123253"/>
                  </a:lnTo>
                  <a:lnTo>
                    <a:pt x="740079" y="123253"/>
                  </a:lnTo>
                  <a:lnTo>
                    <a:pt x="776757" y="148653"/>
                  </a:lnTo>
                  <a:lnTo>
                    <a:pt x="775042" y="148653"/>
                  </a:lnTo>
                  <a:lnTo>
                    <a:pt x="811936" y="174053"/>
                  </a:lnTo>
                  <a:lnTo>
                    <a:pt x="810196" y="174053"/>
                  </a:lnTo>
                  <a:lnTo>
                    <a:pt x="847318" y="199453"/>
                  </a:lnTo>
                  <a:lnTo>
                    <a:pt x="864234" y="199453"/>
                  </a:lnTo>
                  <a:lnTo>
                    <a:pt x="882903" y="212153"/>
                  </a:lnTo>
                  <a:lnTo>
                    <a:pt x="881164" y="212153"/>
                  </a:lnTo>
                  <a:lnTo>
                    <a:pt x="918705" y="237553"/>
                  </a:lnTo>
                  <a:lnTo>
                    <a:pt x="916939" y="237553"/>
                  </a:lnTo>
                  <a:lnTo>
                    <a:pt x="954709" y="262953"/>
                  </a:lnTo>
                  <a:lnTo>
                    <a:pt x="952931" y="262953"/>
                  </a:lnTo>
                  <a:lnTo>
                    <a:pt x="990917" y="288353"/>
                  </a:lnTo>
                  <a:lnTo>
                    <a:pt x="989139" y="288353"/>
                  </a:lnTo>
                  <a:lnTo>
                    <a:pt x="1027328" y="313753"/>
                  </a:lnTo>
                  <a:lnTo>
                    <a:pt x="1025537" y="313753"/>
                  </a:lnTo>
                  <a:lnTo>
                    <a:pt x="1063929" y="339153"/>
                  </a:lnTo>
                  <a:lnTo>
                    <a:pt x="1081430" y="339153"/>
                  </a:lnTo>
                  <a:lnTo>
                    <a:pt x="1100734" y="351853"/>
                  </a:lnTo>
                  <a:lnTo>
                    <a:pt x="1098918" y="351853"/>
                  </a:lnTo>
                  <a:lnTo>
                    <a:pt x="1137742" y="377253"/>
                  </a:lnTo>
                  <a:lnTo>
                    <a:pt x="1135913" y="377253"/>
                  </a:lnTo>
                  <a:lnTo>
                    <a:pt x="1174927" y="402653"/>
                  </a:lnTo>
                  <a:lnTo>
                    <a:pt x="1173098" y="402653"/>
                  </a:lnTo>
                  <a:lnTo>
                    <a:pt x="1212316" y="415353"/>
                  </a:lnTo>
                  <a:lnTo>
                    <a:pt x="1210475" y="415353"/>
                  </a:lnTo>
                  <a:lnTo>
                    <a:pt x="1249908" y="440753"/>
                  </a:lnTo>
                  <a:lnTo>
                    <a:pt x="1248041" y="440753"/>
                  </a:lnTo>
                  <a:lnTo>
                    <a:pt x="1287665" y="466153"/>
                  </a:lnTo>
                  <a:lnTo>
                    <a:pt x="1285811" y="466153"/>
                  </a:lnTo>
                  <a:lnTo>
                    <a:pt x="1325625" y="478853"/>
                  </a:lnTo>
                  <a:lnTo>
                    <a:pt x="1323746" y="478853"/>
                  </a:lnTo>
                  <a:lnTo>
                    <a:pt x="1363776" y="504253"/>
                  </a:lnTo>
                  <a:lnTo>
                    <a:pt x="1361884" y="504253"/>
                  </a:lnTo>
                  <a:lnTo>
                    <a:pt x="1402105" y="529653"/>
                  </a:lnTo>
                  <a:lnTo>
                    <a:pt x="1420406" y="529653"/>
                  </a:lnTo>
                  <a:lnTo>
                    <a:pt x="1440611" y="542353"/>
                  </a:lnTo>
                  <a:lnTo>
                    <a:pt x="1438706" y="542353"/>
                  </a:lnTo>
                  <a:lnTo>
                    <a:pt x="1479308" y="567753"/>
                  </a:lnTo>
                  <a:lnTo>
                    <a:pt x="1477390" y="567753"/>
                  </a:lnTo>
                  <a:lnTo>
                    <a:pt x="1518183" y="580453"/>
                  </a:lnTo>
                  <a:lnTo>
                    <a:pt x="1516252" y="580453"/>
                  </a:lnTo>
                  <a:lnTo>
                    <a:pt x="1557235" y="605853"/>
                  </a:lnTo>
                  <a:lnTo>
                    <a:pt x="1575873" y="605853"/>
                  </a:lnTo>
                  <a:lnTo>
                    <a:pt x="1596453" y="618553"/>
                  </a:lnTo>
                  <a:lnTo>
                    <a:pt x="1594523" y="618553"/>
                  </a:lnTo>
                  <a:lnTo>
                    <a:pt x="1635861" y="631253"/>
                  </a:lnTo>
                  <a:lnTo>
                    <a:pt x="1633905" y="631253"/>
                  </a:lnTo>
                  <a:lnTo>
                    <a:pt x="1675434" y="656653"/>
                  </a:lnTo>
                  <a:lnTo>
                    <a:pt x="1673478" y="656653"/>
                  </a:lnTo>
                  <a:lnTo>
                    <a:pt x="1715185" y="669353"/>
                  </a:lnTo>
                  <a:lnTo>
                    <a:pt x="1713217" y="669353"/>
                  </a:lnTo>
                  <a:lnTo>
                    <a:pt x="1755101" y="694753"/>
                  </a:lnTo>
                  <a:lnTo>
                    <a:pt x="1774164" y="694753"/>
                  </a:lnTo>
                  <a:lnTo>
                    <a:pt x="1795195" y="707453"/>
                  </a:lnTo>
                  <a:lnTo>
                    <a:pt x="1793214" y="707453"/>
                  </a:lnTo>
                  <a:lnTo>
                    <a:pt x="1835454" y="720153"/>
                  </a:lnTo>
                  <a:lnTo>
                    <a:pt x="1833460" y="720153"/>
                  </a:lnTo>
                  <a:lnTo>
                    <a:pt x="1875866" y="732853"/>
                  </a:lnTo>
                  <a:lnTo>
                    <a:pt x="1873859" y="732853"/>
                  </a:lnTo>
                  <a:lnTo>
                    <a:pt x="1916455" y="758253"/>
                  </a:lnTo>
                  <a:lnTo>
                    <a:pt x="1914448" y="758253"/>
                  </a:lnTo>
                  <a:lnTo>
                    <a:pt x="1957209" y="770953"/>
                  </a:lnTo>
                  <a:lnTo>
                    <a:pt x="1955177" y="770953"/>
                  </a:lnTo>
                  <a:lnTo>
                    <a:pt x="1998103" y="783653"/>
                  </a:lnTo>
                  <a:lnTo>
                    <a:pt x="1996084" y="783653"/>
                  </a:lnTo>
                  <a:lnTo>
                    <a:pt x="2039175" y="796353"/>
                  </a:lnTo>
                  <a:lnTo>
                    <a:pt x="2037130" y="796353"/>
                  </a:lnTo>
                  <a:lnTo>
                    <a:pt x="2080399" y="809053"/>
                  </a:lnTo>
                  <a:lnTo>
                    <a:pt x="2078354" y="809053"/>
                  </a:lnTo>
                  <a:lnTo>
                    <a:pt x="2121776" y="821753"/>
                  </a:lnTo>
                  <a:lnTo>
                    <a:pt x="2119731" y="821753"/>
                  </a:lnTo>
                  <a:lnTo>
                    <a:pt x="2163317" y="847153"/>
                  </a:lnTo>
                  <a:lnTo>
                    <a:pt x="2161247" y="847153"/>
                  </a:lnTo>
                  <a:lnTo>
                    <a:pt x="2204999" y="859853"/>
                  </a:lnTo>
                  <a:lnTo>
                    <a:pt x="2202929" y="859853"/>
                  </a:lnTo>
                  <a:lnTo>
                    <a:pt x="2246833" y="872553"/>
                  </a:lnTo>
                  <a:lnTo>
                    <a:pt x="2244763" y="872553"/>
                  </a:lnTo>
                  <a:lnTo>
                    <a:pt x="2288832" y="885253"/>
                  </a:lnTo>
                  <a:lnTo>
                    <a:pt x="2286736" y="885253"/>
                  </a:lnTo>
                  <a:lnTo>
                    <a:pt x="2330957" y="897953"/>
                  </a:lnTo>
                  <a:lnTo>
                    <a:pt x="2328875" y="897953"/>
                  </a:lnTo>
                  <a:lnTo>
                    <a:pt x="2373248" y="910653"/>
                  </a:lnTo>
                  <a:lnTo>
                    <a:pt x="2371153" y="910653"/>
                  </a:lnTo>
                  <a:lnTo>
                    <a:pt x="2415679" y="923353"/>
                  </a:lnTo>
                  <a:lnTo>
                    <a:pt x="2456129" y="923353"/>
                  </a:lnTo>
                  <a:lnTo>
                    <a:pt x="2500960" y="936053"/>
                  </a:lnTo>
                  <a:lnTo>
                    <a:pt x="2498839" y="936053"/>
                  </a:lnTo>
                  <a:lnTo>
                    <a:pt x="2543809" y="948753"/>
                  </a:lnTo>
                  <a:lnTo>
                    <a:pt x="2541689" y="948753"/>
                  </a:lnTo>
                  <a:lnTo>
                    <a:pt x="2586799" y="961453"/>
                  </a:lnTo>
                  <a:lnTo>
                    <a:pt x="2584678" y="961453"/>
                  </a:lnTo>
                  <a:lnTo>
                    <a:pt x="2629941" y="974153"/>
                  </a:lnTo>
                  <a:lnTo>
                    <a:pt x="2671063" y="974153"/>
                  </a:lnTo>
                  <a:lnTo>
                    <a:pt x="2716606" y="986853"/>
                  </a:lnTo>
                  <a:lnTo>
                    <a:pt x="2714447" y="986853"/>
                  </a:lnTo>
                  <a:lnTo>
                    <a:pt x="2760129" y="999553"/>
                  </a:lnTo>
                  <a:lnTo>
                    <a:pt x="2757982" y="999553"/>
                  </a:lnTo>
                  <a:lnTo>
                    <a:pt x="2803791" y="1012253"/>
                  </a:lnTo>
                  <a:lnTo>
                    <a:pt x="2845422" y="1012253"/>
                  </a:lnTo>
                  <a:lnTo>
                    <a:pt x="2891510" y="1024953"/>
                  </a:lnTo>
                  <a:lnTo>
                    <a:pt x="2933395" y="1024953"/>
                  </a:lnTo>
                  <a:lnTo>
                    <a:pt x="2979737" y="1037653"/>
                  </a:lnTo>
                  <a:lnTo>
                    <a:pt x="2977565" y="1037653"/>
                  </a:lnTo>
                  <a:lnTo>
                    <a:pt x="3024035" y="1050353"/>
                  </a:lnTo>
                  <a:lnTo>
                    <a:pt x="3110801" y="1050353"/>
                  </a:lnTo>
                  <a:lnTo>
                    <a:pt x="3157664" y="1063053"/>
                  </a:lnTo>
                  <a:lnTo>
                    <a:pt x="3200234" y="1063053"/>
                  </a:lnTo>
                  <a:lnTo>
                    <a:pt x="3247326" y="1075753"/>
                  </a:lnTo>
                  <a:lnTo>
                    <a:pt x="3335248" y="1075753"/>
                  </a:lnTo>
                  <a:lnTo>
                    <a:pt x="3382695" y="1088453"/>
                  </a:lnTo>
                  <a:lnTo>
                    <a:pt x="3516845" y="1088453"/>
                  </a:lnTo>
                  <a:lnTo>
                    <a:pt x="3564724" y="1101153"/>
                  </a:lnTo>
                  <a:lnTo>
                    <a:pt x="4789907" y="1101153"/>
                  </a:lnTo>
                  <a:lnTo>
                    <a:pt x="4820665" y="1266253"/>
                  </a:lnTo>
                  <a:lnTo>
                    <a:pt x="4820665" y="1523198"/>
                  </a:lnTo>
                  <a:lnTo>
                    <a:pt x="4783607" y="1532953"/>
                  </a:lnTo>
                  <a:close/>
                </a:path>
                <a:path w="4820919" h="1609725">
                  <a:moveTo>
                    <a:pt x="864234" y="199453"/>
                  </a:moveTo>
                  <a:lnTo>
                    <a:pt x="847318" y="199453"/>
                  </a:lnTo>
                  <a:lnTo>
                    <a:pt x="845565" y="186753"/>
                  </a:lnTo>
                  <a:lnTo>
                    <a:pt x="864234" y="199453"/>
                  </a:lnTo>
                  <a:close/>
                </a:path>
                <a:path w="4820919" h="1609725">
                  <a:moveTo>
                    <a:pt x="1081430" y="339153"/>
                  </a:moveTo>
                  <a:lnTo>
                    <a:pt x="1063929" y="339153"/>
                  </a:lnTo>
                  <a:lnTo>
                    <a:pt x="1062126" y="326453"/>
                  </a:lnTo>
                  <a:lnTo>
                    <a:pt x="1081430" y="339153"/>
                  </a:lnTo>
                  <a:close/>
                </a:path>
                <a:path w="4820919" h="1609725">
                  <a:moveTo>
                    <a:pt x="1420406" y="529653"/>
                  </a:moveTo>
                  <a:lnTo>
                    <a:pt x="1402105" y="529653"/>
                  </a:lnTo>
                  <a:lnTo>
                    <a:pt x="1400200" y="516953"/>
                  </a:lnTo>
                  <a:lnTo>
                    <a:pt x="1420406" y="529653"/>
                  </a:lnTo>
                  <a:close/>
                </a:path>
                <a:path w="4820919" h="1609725">
                  <a:moveTo>
                    <a:pt x="1575873" y="605853"/>
                  </a:moveTo>
                  <a:lnTo>
                    <a:pt x="1557235" y="605853"/>
                  </a:lnTo>
                  <a:lnTo>
                    <a:pt x="1555292" y="593153"/>
                  </a:lnTo>
                  <a:lnTo>
                    <a:pt x="1575873" y="605853"/>
                  </a:lnTo>
                  <a:close/>
                </a:path>
                <a:path w="4820919" h="1609725">
                  <a:moveTo>
                    <a:pt x="1774164" y="694753"/>
                  </a:moveTo>
                  <a:lnTo>
                    <a:pt x="1755101" y="694753"/>
                  </a:lnTo>
                  <a:lnTo>
                    <a:pt x="1753133" y="682053"/>
                  </a:lnTo>
                  <a:lnTo>
                    <a:pt x="1774164" y="694753"/>
                  </a:lnTo>
                  <a:close/>
                </a:path>
                <a:path w="4820919" h="1609725">
                  <a:moveTo>
                    <a:pt x="2458237" y="923353"/>
                  </a:moveTo>
                  <a:lnTo>
                    <a:pt x="2415679" y="923353"/>
                  </a:lnTo>
                  <a:lnTo>
                    <a:pt x="2413558" y="910653"/>
                  </a:lnTo>
                  <a:lnTo>
                    <a:pt x="2458237" y="923353"/>
                  </a:lnTo>
                  <a:close/>
                </a:path>
                <a:path w="4820919" h="1609725">
                  <a:moveTo>
                    <a:pt x="4789907" y="1101153"/>
                  </a:moveTo>
                  <a:lnTo>
                    <a:pt x="4022255" y="1101153"/>
                  </a:lnTo>
                  <a:lnTo>
                    <a:pt x="4070134" y="1088453"/>
                  </a:lnTo>
                  <a:lnTo>
                    <a:pt x="4204284" y="1088453"/>
                  </a:lnTo>
                  <a:lnTo>
                    <a:pt x="4251731" y="1075753"/>
                  </a:lnTo>
                  <a:lnTo>
                    <a:pt x="4339653" y="1075753"/>
                  </a:lnTo>
                  <a:lnTo>
                    <a:pt x="4386745" y="1063053"/>
                  </a:lnTo>
                  <a:lnTo>
                    <a:pt x="4429328" y="1063053"/>
                  </a:lnTo>
                  <a:lnTo>
                    <a:pt x="4476178" y="1050353"/>
                  </a:lnTo>
                  <a:lnTo>
                    <a:pt x="4562944" y="1050353"/>
                  </a:lnTo>
                  <a:lnTo>
                    <a:pt x="4609414" y="1037653"/>
                  </a:lnTo>
                  <a:lnTo>
                    <a:pt x="4607242" y="1037653"/>
                  </a:lnTo>
                  <a:lnTo>
                    <a:pt x="4653584" y="1024953"/>
                  </a:lnTo>
                  <a:lnTo>
                    <a:pt x="4695469" y="1024953"/>
                  </a:lnTo>
                  <a:lnTo>
                    <a:pt x="4741557" y="1012253"/>
                  </a:lnTo>
                  <a:lnTo>
                    <a:pt x="4773345" y="1012253"/>
                  </a:lnTo>
                  <a:lnTo>
                    <a:pt x="4789907" y="1101153"/>
                  </a:lnTo>
                  <a:close/>
                </a:path>
                <a:path w="4820919" h="1609725">
                  <a:moveTo>
                    <a:pt x="3068459" y="1050353"/>
                  </a:moveTo>
                  <a:lnTo>
                    <a:pt x="3024035" y="1050353"/>
                  </a:lnTo>
                  <a:lnTo>
                    <a:pt x="3021850" y="1037653"/>
                  </a:lnTo>
                  <a:lnTo>
                    <a:pt x="3068459" y="1050353"/>
                  </a:lnTo>
                  <a:close/>
                </a:path>
                <a:path w="4820919" h="1609725">
                  <a:moveTo>
                    <a:pt x="4562944" y="1050353"/>
                  </a:moveTo>
                  <a:lnTo>
                    <a:pt x="4518520" y="1050353"/>
                  </a:lnTo>
                  <a:lnTo>
                    <a:pt x="4565129" y="1037653"/>
                  </a:lnTo>
                  <a:lnTo>
                    <a:pt x="4562944" y="1050353"/>
                  </a:lnTo>
                  <a:close/>
                </a:path>
                <a:path w="4820919" h="1609725">
                  <a:moveTo>
                    <a:pt x="4640211" y="1558353"/>
                  </a:moveTo>
                  <a:lnTo>
                    <a:pt x="2946780" y="1558353"/>
                  </a:lnTo>
                  <a:lnTo>
                    <a:pt x="2849600" y="1532953"/>
                  </a:lnTo>
                  <a:lnTo>
                    <a:pt x="4735207" y="1532953"/>
                  </a:lnTo>
                  <a:lnTo>
                    <a:pt x="4688865" y="1545653"/>
                  </a:lnTo>
                  <a:lnTo>
                    <a:pt x="4640211" y="1558353"/>
                  </a:lnTo>
                  <a:close/>
                </a:path>
                <a:path w="4820919" h="1609725">
                  <a:moveTo>
                    <a:pt x="4540313" y="1571053"/>
                  </a:moveTo>
                  <a:lnTo>
                    <a:pt x="3046666" y="1571053"/>
                  </a:lnTo>
                  <a:lnTo>
                    <a:pt x="2995561" y="1558353"/>
                  </a:lnTo>
                  <a:lnTo>
                    <a:pt x="4589221" y="1558353"/>
                  </a:lnTo>
                  <a:lnTo>
                    <a:pt x="4540313" y="1571053"/>
                  </a:lnTo>
                  <a:close/>
                </a:path>
                <a:path w="4820919" h="1609725">
                  <a:moveTo>
                    <a:pt x="4442091" y="1583753"/>
                  </a:moveTo>
                  <a:lnTo>
                    <a:pt x="3144888" y="1583753"/>
                  </a:lnTo>
                  <a:lnTo>
                    <a:pt x="3093529" y="1571053"/>
                  </a:lnTo>
                  <a:lnTo>
                    <a:pt x="4491266" y="1571053"/>
                  </a:lnTo>
                  <a:lnTo>
                    <a:pt x="4442091" y="1583753"/>
                  </a:lnTo>
                  <a:close/>
                </a:path>
                <a:path w="4820919" h="1609725">
                  <a:moveTo>
                    <a:pt x="4293844" y="1596453"/>
                  </a:moveTo>
                  <a:lnTo>
                    <a:pt x="3290925" y="1596453"/>
                  </a:lnTo>
                  <a:lnTo>
                    <a:pt x="3241395" y="1583753"/>
                  </a:lnTo>
                  <a:lnTo>
                    <a:pt x="4345584" y="1583753"/>
                  </a:lnTo>
                  <a:lnTo>
                    <a:pt x="4293844" y="1596453"/>
                  </a:lnTo>
                  <a:close/>
                </a:path>
                <a:path w="4820919" h="1609725">
                  <a:moveTo>
                    <a:pt x="4144543" y="1609153"/>
                  </a:moveTo>
                  <a:lnTo>
                    <a:pt x="3442436" y="1609153"/>
                  </a:lnTo>
                  <a:lnTo>
                    <a:pt x="3390341" y="1596453"/>
                  </a:lnTo>
                  <a:lnTo>
                    <a:pt x="4194429" y="1596453"/>
                  </a:lnTo>
                  <a:lnTo>
                    <a:pt x="4144543" y="1609153"/>
                  </a:lnTo>
                  <a:close/>
                </a:path>
              </a:pathLst>
            </a:custGeom>
            <a:solidFill>
              <a:srgbClr val="FB60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6312896" y="911352"/>
              <a:ext cx="947928" cy="234696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PROPOSED</a:t>
            </a:r>
            <a:r>
              <a:rPr spc="-200" dirty="0"/>
              <a:t> </a:t>
            </a:r>
            <a:r>
              <a:rPr spc="-25"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8425" marR="1042670" indent="-4578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369060" algn="l"/>
              </a:tabLst>
            </a:pPr>
            <a:r>
              <a:rPr dirty="0"/>
              <a:t>The</a:t>
            </a:r>
            <a:r>
              <a:rPr spc="-85" dirty="0"/>
              <a:t> </a:t>
            </a:r>
            <a:r>
              <a:rPr dirty="0"/>
              <a:t>system</a:t>
            </a:r>
            <a:r>
              <a:rPr spc="-130" dirty="0"/>
              <a:t> </a:t>
            </a:r>
            <a:r>
              <a:rPr dirty="0"/>
              <a:t>follows</a:t>
            </a:r>
            <a:r>
              <a:rPr spc="-9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b="1" spc="-50" dirty="0">
                <a:latin typeface="Times New Roman" panose="02020603050405020304"/>
                <a:cs typeface="Times New Roman" panose="02020603050405020304"/>
              </a:rPr>
              <a:t>three-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tier</a:t>
            </a:r>
            <a:r>
              <a:rPr b="1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architecture</a:t>
            </a:r>
            <a:r>
              <a:rPr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consisting</a:t>
            </a:r>
            <a:r>
              <a:rPr spc="-114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Presentation </a:t>
            </a:r>
            <a:r>
              <a:rPr spc="-50" dirty="0"/>
              <a:t>Layer,</a:t>
            </a:r>
            <a:r>
              <a:rPr spc="-315" dirty="0"/>
              <a:t> </a:t>
            </a:r>
            <a:r>
              <a:rPr dirty="0"/>
              <a:t>Application</a:t>
            </a:r>
            <a:r>
              <a:rPr spc="-195" dirty="0"/>
              <a:t> </a:t>
            </a:r>
            <a:r>
              <a:rPr spc="-10" dirty="0"/>
              <a:t>Layer,</a:t>
            </a:r>
            <a:r>
              <a:rPr spc="-18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Database</a:t>
            </a:r>
            <a:r>
              <a:rPr spc="-125" dirty="0"/>
              <a:t> </a:t>
            </a:r>
            <a:r>
              <a:rPr spc="-10" dirty="0"/>
              <a:t>Layer</a:t>
            </a:r>
            <a:endParaRPr spc="-10" dirty="0"/>
          </a:p>
          <a:p>
            <a:pPr marL="1368425" marR="156210" indent="-457835">
              <a:lnSpc>
                <a:spcPct val="100000"/>
              </a:lnSpc>
              <a:buFont typeface="Arial MT"/>
              <a:buChar char="•"/>
              <a:tabLst>
                <a:tab pos="1369060" algn="l"/>
              </a:tabLst>
            </a:pPr>
            <a:r>
              <a:rPr dirty="0"/>
              <a:t>It</a:t>
            </a:r>
            <a:r>
              <a:rPr spc="-135" dirty="0"/>
              <a:t> </a:t>
            </a:r>
            <a:r>
              <a:rPr dirty="0"/>
              <a:t>ensures</a:t>
            </a:r>
            <a:r>
              <a:rPr spc="-130" dirty="0"/>
              <a:t> </a:t>
            </a:r>
            <a:r>
              <a:rPr dirty="0"/>
              <a:t>smooth</a:t>
            </a:r>
            <a:r>
              <a:rPr spc="-120" dirty="0"/>
              <a:t> </a:t>
            </a:r>
            <a:r>
              <a:rPr dirty="0"/>
              <a:t>communication</a:t>
            </a:r>
            <a:r>
              <a:rPr spc="-130" dirty="0"/>
              <a:t> </a:t>
            </a:r>
            <a:r>
              <a:rPr dirty="0"/>
              <a:t>between</a:t>
            </a:r>
            <a:r>
              <a:rPr spc="-155" dirty="0"/>
              <a:t> </a:t>
            </a:r>
            <a:r>
              <a:rPr dirty="0"/>
              <a:t>user</a:t>
            </a:r>
            <a:r>
              <a:rPr spc="-114" dirty="0"/>
              <a:t> </a:t>
            </a:r>
            <a:r>
              <a:rPr dirty="0"/>
              <a:t>interface,</a:t>
            </a:r>
            <a:r>
              <a:rPr spc="-165" dirty="0"/>
              <a:t> </a:t>
            </a:r>
            <a:r>
              <a:rPr dirty="0"/>
              <a:t>backend</a:t>
            </a:r>
            <a:r>
              <a:rPr spc="-160" dirty="0"/>
              <a:t> </a:t>
            </a:r>
            <a:r>
              <a:rPr dirty="0"/>
              <a:t>logic,</a:t>
            </a:r>
            <a:r>
              <a:rPr spc="-140" dirty="0"/>
              <a:t> </a:t>
            </a:r>
            <a:r>
              <a:rPr spc="-25" dirty="0"/>
              <a:t>and </a:t>
            </a: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storage</a:t>
            </a:r>
            <a:endParaRPr spc="-10" dirty="0"/>
          </a:p>
          <a:p>
            <a:pPr marL="1368425" marR="1089025" indent="-4578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369060" algn="l"/>
              </a:tabLst>
            </a:pPr>
            <a:r>
              <a:rPr dirty="0"/>
              <a:t>Provides</a:t>
            </a:r>
            <a:r>
              <a:rPr spc="-125" dirty="0"/>
              <a:t> </a:t>
            </a:r>
            <a:r>
              <a:rPr dirty="0"/>
              <a:t>user</a:t>
            </a:r>
            <a:r>
              <a:rPr spc="-65" dirty="0"/>
              <a:t> </a:t>
            </a:r>
            <a:r>
              <a:rPr dirty="0"/>
              <a:t>interface</a:t>
            </a:r>
            <a:r>
              <a:rPr spc="-90" dirty="0"/>
              <a:t> </a:t>
            </a:r>
            <a:r>
              <a:rPr spc="-25" dirty="0"/>
              <a:t>for</a:t>
            </a:r>
            <a:r>
              <a:rPr spc="-220" dirty="0"/>
              <a:t> </a:t>
            </a:r>
            <a:r>
              <a:rPr dirty="0"/>
              <a:t>Admin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Students</a:t>
            </a:r>
            <a:r>
              <a:rPr spc="-80" dirty="0"/>
              <a:t> </a:t>
            </a:r>
            <a:r>
              <a:rPr dirty="0"/>
              <a:t>using</a:t>
            </a:r>
            <a:r>
              <a:rPr spc="-70" dirty="0"/>
              <a:t> </a:t>
            </a:r>
            <a:r>
              <a:rPr dirty="0"/>
              <a:t>HTML,</a:t>
            </a:r>
            <a:r>
              <a:rPr spc="-70" dirty="0"/>
              <a:t> </a:t>
            </a:r>
            <a:r>
              <a:rPr dirty="0"/>
              <a:t>CSS,</a:t>
            </a:r>
            <a:r>
              <a:rPr spc="-65" dirty="0"/>
              <a:t> </a:t>
            </a:r>
            <a:r>
              <a:rPr spc="-25" dirty="0"/>
              <a:t>and </a:t>
            </a:r>
            <a:r>
              <a:rPr spc="-10" dirty="0"/>
              <a:t>Thymeleaf</a:t>
            </a:r>
            <a:endParaRPr spc="-10" dirty="0"/>
          </a:p>
          <a:p>
            <a:pPr marL="1367790" indent="-456565">
              <a:lnSpc>
                <a:spcPct val="100000"/>
              </a:lnSpc>
              <a:buFont typeface="Arial MT"/>
              <a:buChar char="•"/>
              <a:tabLst>
                <a:tab pos="1368425" algn="l"/>
              </a:tabLst>
            </a:pPr>
            <a:r>
              <a:rPr dirty="0"/>
              <a:t>Displays</a:t>
            </a:r>
            <a:r>
              <a:rPr spc="-114" dirty="0"/>
              <a:t> </a:t>
            </a:r>
            <a:r>
              <a:rPr dirty="0"/>
              <a:t>event</a:t>
            </a:r>
            <a:r>
              <a:rPr spc="-85" dirty="0"/>
              <a:t> </a:t>
            </a:r>
            <a:r>
              <a:rPr dirty="0"/>
              <a:t>details,</a:t>
            </a:r>
            <a:r>
              <a:rPr spc="-75" dirty="0"/>
              <a:t> </a:t>
            </a:r>
            <a:r>
              <a:rPr dirty="0"/>
              <a:t>registration</a:t>
            </a:r>
            <a:r>
              <a:rPr spc="-80" dirty="0"/>
              <a:t> </a:t>
            </a:r>
            <a:r>
              <a:rPr dirty="0"/>
              <a:t>forms,</a:t>
            </a:r>
            <a:r>
              <a:rPr spc="-3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dashboards</a:t>
            </a:r>
            <a:r>
              <a:rPr spc="-65" dirty="0"/>
              <a:t> </a:t>
            </a:r>
            <a:r>
              <a:rPr spc="-10" dirty="0"/>
              <a:t>dynamically</a:t>
            </a:r>
            <a:endParaRPr spc="-10" dirty="0"/>
          </a:p>
          <a:p>
            <a:pPr marL="1367790" indent="-456565">
              <a:lnSpc>
                <a:spcPct val="100000"/>
              </a:lnSpc>
              <a:buFont typeface="Arial MT"/>
              <a:buChar char="•"/>
              <a:tabLst>
                <a:tab pos="1368425" algn="l"/>
              </a:tabLst>
            </a:pPr>
            <a:r>
              <a:rPr dirty="0"/>
              <a:t>Developed</a:t>
            </a:r>
            <a:r>
              <a:rPr spc="-85" dirty="0"/>
              <a:t> </a:t>
            </a:r>
            <a:r>
              <a:rPr dirty="0"/>
              <a:t>using</a:t>
            </a:r>
            <a:r>
              <a:rPr spc="-80" dirty="0"/>
              <a:t> </a:t>
            </a:r>
            <a:r>
              <a:rPr dirty="0"/>
              <a:t>Spring</a:t>
            </a:r>
            <a:r>
              <a:rPr spc="-60" dirty="0"/>
              <a:t> </a:t>
            </a:r>
            <a:r>
              <a:rPr dirty="0"/>
              <a:t>Boot</a:t>
            </a:r>
            <a:r>
              <a:rPr spc="-7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handle</a:t>
            </a:r>
            <a:r>
              <a:rPr spc="-95" dirty="0"/>
              <a:t> </a:t>
            </a:r>
            <a:r>
              <a:rPr dirty="0"/>
              <a:t>business</a:t>
            </a:r>
            <a:r>
              <a:rPr spc="-70" dirty="0"/>
              <a:t> </a:t>
            </a:r>
            <a:r>
              <a:rPr dirty="0"/>
              <a:t>logic</a:t>
            </a:r>
            <a:r>
              <a:rPr spc="-6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request</a:t>
            </a:r>
            <a:r>
              <a:rPr spc="-85" dirty="0"/>
              <a:t> </a:t>
            </a:r>
            <a:r>
              <a:rPr spc="-10" dirty="0"/>
              <a:t>processing</a:t>
            </a:r>
            <a:endParaRPr spc="-10" dirty="0"/>
          </a:p>
          <a:p>
            <a:pPr marL="1368425" marR="1882140" indent="-4578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369060" algn="l"/>
              </a:tabLst>
            </a:pPr>
            <a:r>
              <a:rPr dirty="0"/>
              <a:t>Uses</a:t>
            </a:r>
            <a:r>
              <a:rPr spc="-60" dirty="0"/>
              <a:t> </a:t>
            </a:r>
            <a:r>
              <a:rPr dirty="0"/>
              <a:t>Controllers</a:t>
            </a:r>
            <a:r>
              <a:rPr spc="-6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Services</a:t>
            </a:r>
            <a:r>
              <a:rPr spc="-8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manage</a:t>
            </a:r>
            <a:r>
              <a:rPr spc="-45" dirty="0"/>
              <a:t> </a:t>
            </a:r>
            <a:r>
              <a:rPr dirty="0"/>
              <a:t>event</a:t>
            </a:r>
            <a:r>
              <a:rPr spc="-55" dirty="0"/>
              <a:t> </a:t>
            </a:r>
            <a:r>
              <a:rPr dirty="0"/>
              <a:t>operations</a:t>
            </a:r>
            <a:r>
              <a:rPr spc="-10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20" dirty="0"/>
              <a:t>user </a:t>
            </a:r>
            <a:r>
              <a:rPr spc="-10" dirty="0"/>
              <a:t>interactions</a:t>
            </a:r>
            <a:endParaRPr spc="-10" dirty="0"/>
          </a:p>
          <a:p>
            <a:pPr marL="1367790" indent="-456565">
              <a:lnSpc>
                <a:spcPct val="100000"/>
              </a:lnSpc>
              <a:buFont typeface="Arial MT"/>
              <a:buChar char="•"/>
              <a:tabLst>
                <a:tab pos="1368425" algn="l"/>
              </a:tabLst>
            </a:pPr>
            <a:r>
              <a:rPr dirty="0"/>
              <a:t>Implements</a:t>
            </a:r>
            <a:r>
              <a:rPr spc="-65" dirty="0"/>
              <a:t> </a:t>
            </a:r>
            <a:r>
              <a:rPr dirty="0"/>
              <a:t>authentication</a:t>
            </a:r>
            <a:r>
              <a:rPr spc="-13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authorization</a:t>
            </a:r>
            <a:r>
              <a:rPr spc="-110" dirty="0"/>
              <a:t> </a:t>
            </a:r>
            <a:r>
              <a:rPr dirty="0"/>
              <a:t>using</a:t>
            </a:r>
            <a:r>
              <a:rPr spc="-75" dirty="0"/>
              <a:t> </a:t>
            </a:r>
            <a:r>
              <a:rPr dirty="0"/>
              <a:t>Spring</a:t>
            </a:r>
            <a:r>
              <a:rPr spc="-45" dirty="0"/>
              <a:t> </a:t>
            </a:r>
            <a:r>
              <a:rPr spc="-10" dirty="0"/>
              <a:t>Security</a:t>
            </a:r>
            <a:endParaRPr spc="-10" dirty="0"/>
          </a:p>
          <a:p>
            <a:pPr marL="1367790" indent="-456565">
              <a:lnSpc>
                <a:spcPct val="100000"/>
              </a:lnSpc>
              <a:buFont typeface="Arial MT"/>
              <a:buChar char="•"/>
              <a:tabLst>
                <a:tab pos="1368425" algn="l"/>
              </a:tabLst>
            </a:pPr>
            <a:r>
              <a:rPr dirty="0"/>
              <a:t>Ensures</a:t>
            </a:r>
            <a:r>
              <a:rPr spc="-100" dirty="0"/>
              <a:t> </a:t>
            </a:r>
            <a:r>
              <a:rPr dirty="0"/>
              <a:t>secure</a:t>
            </a:r>
            <a:r>
              <a:rPr spc="-110" dirty="0"/>
              <a:t> </a:t>
            </a:r>
            <a:r>
              <a:rPr dirty="0"/>
              <a:t>login</a:t>
            </a:r>
            <a:r>
              <a:rPr spc="-100" dirty="0"/>
              <a:t> </a:t>
            </a:r>
            <a:r>
              <a:rPr dirty="0"/>
              <a:t>with</a:t>
            </a:r>
            <a:r>
              <a:rPr spc="-85" dirty="0"/>
              <a:t> </a:t>
            </a:r>
            <a:r>
              <a:rPr spc="-25" dirty="0"/>
              <a:t>role-</a:t>
            </a:r>
            <a:r>
              <a:rPr dirty="0"/>
              <a:t>based</a:t>
            </a:r>
            <a:r>
              <a:rPr spc="-100" dirty="0"/>
              <a:t> </a:t>
            </a:r>
            <a:r>
              <a:rPr dirty="0"/>
              <a:t>access</a:t>
            </a:r>
            <a:r>
              <a:rPr spc="-120" dirty="0"/>
              <a:t> </a:t>
            </a:r>
            <a:r>
              <a:rPr dirty="0"/>
              <a:t>control</a:t>
            </a:r>
            <a:r>
              <a:rPr spc="-120" dirty="0"/>
              <a:t> </a:t>
            </a:r>
            <a:r>
              <a:rPr dirty="0"/>
              <a:t>(Admin</a:t>
            </a:r>
            <a:r>
              <a:rPr spc="-7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10" dirty="0"/>
              <a:t>Student)</a:t>
            </a:r>
            <a:endParaRPr spc="-10" dirty="0"/>
          </a:p>
          <a:p>
            <a:pPr marL="1367790" indent="-456565">
              <a:lnSpc>
                <a:spcPct val="100000"/>
              </a:lnSpc>
              <a:buFont typeface="Arial MT"/>
              <a:buChar char="•"/>
              <a:tabLst>
                <a:tab pos="1368425" algn="l"/>
              </a:tabLst>
            </a:pPr>
            <a:r>
              <a:rPr dirty="0"/>
              <a:t>Uses</a:t>
            </a:r>
            <a:r>
              <a:rPr spc="-55" dirty="0"/>
              <a:t> </a:t>
            </a:r>
            <a:r>
              <a:rPr spc="-10" dirty="0"/>
              <a:t>MySQL</a:t>
            </a:r>
            <a:r>
              <a:rPr spc="-200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dirty="0"/>
              <a:t>H2</a:t>
            </a:r>
            <a:r>
              <a:rPr spc="-50" dirty="0"/>
              <a:t> </a:t>
            </a:r>
            <a:r>
              <a:rPr dirty="0"/>
              <a:t>database</a:t>
            </a:r>
            <a:r>
              <a:rPr spc="-7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store</a:t>
            </a:r>
            <a:r>
              <a:rPr spc="-45" dirty="0"/>
              <a:t> </a:t>
            </a:r>
            <a:r>
              <a:rPr dirty="0"/>
              <a:t>event,</a:t>
            </a:r>
            <a:r>
              <a:rPr spc="-75" dirty="0"/>
              <a:t> </a:t>
            </a:r>
            <a:r>
              <a:rPr dirty="0"/>
              <a:t>user,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registration</a:t>
            </a:r>
            <a:r>
              <a:rPr spc="-85" dirty="0"/>
              <a:t> </a:t>
            </a:r>
            <a:r>
              <a:rPr spc="-20" dirty="0"/>
              <a:t>data</a:t>
            </a:r>
            <a:endParaRPr spc="-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616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135" dirty="0"/>
              <a:t> </a:t>
            </a:r>
            <a:r>
              <a:rPr spc="-10" dirty="0"/>
              <a:t>Diagram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22547" y="1287780"/>
            <a:ext cx="10870692" cy="78501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993648"/>
                </a:moveTo>
                <a:lnTo>
                  <a:pt x="448983" y="991374"/>
                </a:lnTo>
                <a:lnTo>
                  <a:pt x="402412" y="984694"/>
                </a:lnTo>
                <a:lnTo>
                  <a:pt x="357352" y="973810"/>
                </a:lnTo>
                <a:lnTo>
                  <a:pt x="313994" y="958926"/>
                </a:lnTo>
                <a:lnTo>
                  <a:pt x="272541" y="940269"/>
                </a:lnTo>
                <a:lnTo>
                  <a:pt x="233210" y="918032"/>
                </a:lnTo>
                <a:lnTo>
                  <a:pt x="196202" y="892428"/>
                </a:lnTo>
                <a:lnTo>
                  <a:pt x="161734" y="863650"/>
                </a:lnTo>
                <a:lnTo>
                  <a:pt x="130009" y="831938"/>
                </a:lnTo>
                <a:lnTo>
                  <a:pt x="101244" y="797471"/>
                </a:lnTo>
                <a:lnTo>
                  <a:pt x="75628" y="760463"/>
                </a:lnTo>
                <a:lnTo>
                  <a:pt x="53390" y="721131"/>
                </a:lnTo>
                <a:lnTo>
                  <a:pt x="34721" y="679678"/>
                </a:lnTo>
                <a:lnTo>
                  <a:pt x="19850" y="636320"/>
                </a:lnTo>
                <a:lnTo>
                  <a:pt x="8953" y="591248"/>
                </a:lnTo>
                <a:lnTo>
                  <a:pt x="2273" y="544677"/>
                </a:lnTo>
                <a:lnTo>
                  <a:pt x="0" y="496824"/>
                </a:lnTo>
                <a:lnTo>
                  <a:pt x="2273" y="448970"/>
                </a:lnTo>
                <a:lnTo>
                  <a:pt x="8953" y="402399"/>
                </a:lnTo>
                <a:lnTo>
                  <a:pt x="19850" y="357327"/>
                </a:lnTo>
                <a:lnTo>
                  <a:pt x="34721" y="313956"/>
                </a:lnTo>
                <a:lnTo>
                  <a:pt x="53390" y="272503"/>
                </a:lnTo>
                <a:lnTo>
                  <a:pt x="75628" y="233172"/>
                </a:lnTo>
                <a:lnTo>
                  <a:pt x="101244" y="196176"/>
                </a:lnTo>
                <a:lnTo>
                  <a:pt x="130009" y="161709"/>
                </a:lnTo>
                <a:lnTo>
                  <a:pt x="161734" y="129984"/>
                </a:lnTo>
                <a:lnTo>
                  <a:pt x="196202" y="101218"/>
                </a:lnTo>
                <a:lnTo>
                  <a:pt x="233210" y="75615"/>
                </a:lnTo>
                <a:lnTo>
                  <a:pt x="272541" y="53378"/>
                </a:lnTo>
                <a:lnTo>
                  <a:pt x="313994" y="34709"/>
                </a:lnTo>
                <a:lnTo>
                  <a:pt x="357352" y="19837"/>
                </a:lnTo>
                <a:lnTo>
                  <a:pt x="402412" y="8953"/>
                </a:lnTo>
                <a:lnTo>
                  <a:pt x="448983" y="2273"/>
                </a:lnTo>
                <a:lnTo>
                  <a:pt x="496823" y="0"/>
                </a:lnTo>
                <a:lnTo>
                  <a:pt x="544677" y="2273"/>
                </a:lnTo>
                <a:lnTo>
                  <a:pt x="591248" y="8953"/>
                </a:lnTo>
                <a:lnTo>
                  <a:pt x="636320" y="19837"/>
                </a:lnTo>
                <a:lnTo>
                  <a:pt x="679678" y="34709"/>
                </a:lnTo>
                <a:lnTo>
                  <a:pt x="721131" y="53378"/>
                </a:lnTo>
                <a:lnTo>
                  <a:pt x="760463" y="75615"/>
                </a:lnTo>
                <a:lnTo>
                  <a:pt x="797471" y="101218"/>
                </a:lnTo>
                <a:lnTo>
                  <a:pt x="831938" y="129984"/>
                </a:lnTo>
                <a:lnTo>
                  <a:pt x="863650" y="161709"/>
                </a:lnTo>
                <a:lnTo>
                  <a:pt x="892429" y="196176"/>
                </a:lnTo>
                <a:lnTo>
                  <a:pt x="918032" y="233172"/>
                </a:lnTo>
                <a:lnTo>
                  <a:pt x="940269" y="272503"/>
                </a:lnTo>
                <a:lnTo>
                  <a:pt x="958926" y="313956"/>
                </a:lnTo>
                <a:lnTo>
                  <a:pt x="973810" y="357327"/>
                </a:lnTo>
                <a:lnTo>
                  <a:pt x="984694" y="402399"/>
                </a:lnTo>
                <a:lnTo>
                  <a:pt x="991374" y="448970"/>
                </a:lnTo>
                <a:lnTo>
                  <a:pt x="993648" y="496824"/>
                </a:lnTo>
                <a:lnTo>
                  <a:pt x="991374" y="544677"/>
                </a:lnTo>
                <a:lnTo>
                  <a:pt x="984694" y="591248"/>
                </a:lnTo>
                <a:lnTo>
                  <a:pt x="973810" y="636320"/>
                </a:lnTo>
                <a:lnTo>
                  <a:pt x="958926" y="679678"/>
                </a:lnTo>
                <a:lnTo>
                  <a:pt x="940269" y="721131"/>
                </a:lnTo>
                <a:lnTo>
                  <a:pt x="918032" y="760463"/>
                </a:lnTo>
                <a:lnTo>
                  <a:pt x="892429" y="797471"/>
                </a:lnTo>
                <a:lnTo>
                  <a:pt x="863650" y="831938"/>
                </a:lnTo>
                <a:lnTo>
                  <a:pt x="831938" y="863650"/>
                </a:lnTo>
                <a:lnTo>
                  <a:pt x="797471" y="892428"/>
                </a:lnTo>
                <a:lnTo>
                  <a:pt x="760463" y="918032"/>
                </a:lnTo>
                <a:lnTo>
                  <a:pt x="721131" y="940269"/>
                </a:lnTo>
                <a:lnTo>
                  <a:pt x="679678" y="958926"/>
                </a:lnTo>
                <a:lnTo>
                  <a:pt x="636320" y="973810"/>
                </a:lnTo>
                <a:lnTo>
                  <a:pt x="591248" y="984694"/>
                </a:lnTo>
                <a:lnTo>
                  <a:pt x="544677" y="991374"/>
                </a:lnTo>
                <a:lnTo>
                  <a:pt x="496823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08659" y="5552821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5372" y="331320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603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245" y="342633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5372" y="1978177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89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4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89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89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89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89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89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89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89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7"/>
                </a:lnTo>
                <a:lnTo>
                  <a:pt x="417182" y="482854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7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89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89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89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89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89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89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89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89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89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89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9677" y="209257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5372" y="3980713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3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6149" y="4094734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5372" y="264568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2245" y="275856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5372" y="6422161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0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90" y="412508"/>
                </a:lnTo>
                <a:lnTo>
                  <a:pt x="43088" y="412810"/>
                </a:lnTo>
                <a:lnTo>
                  <a:pt x="43281" y="413169"/>
                </a:lnTo>
                <a:lnTo>
                  <a:pt x="45772" y="416852"/>
                </a:lnTo>
                <a:lnTo>
                  <a:pt x="67481" y="449973"/>
                </a:lnTo>
                <a:lnTo>
                  <a:pt x="67610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53" y="528688"/>
                </a:lnTo>
                <a:lnTo>
                  <a:pt x="170560" y="528688"/>
                </a:lnTo>
                <a:lnTo>
                  <a:pt x="171348" y="528993"/>
                </a:lnTo>
                <a:lnTo>
                  <a:pt x="171590" y="528993"/>
                </a:lnTo>
                <a:lnTo>
                  <a:pt x="212759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0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0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13" y="416852"/>
                </a:lnTo>
                <a:lnTo>
                  <a:pt x="471804" y="413169"/>
                </a:lnTo>
                <a:lnTo>
                  <a:pt x="471998" y="412810"/>
                </a:lnTo>
                <a:lnTo>
                  <a:pt x="472095" y="412508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6" y="229438"/>
                </a:lnTo>
                <a:lnTo>
                  <a:pt x="490512" y="184010"/>
                </a:lnTo>
                <a:lnTo>
                  <a:pt x="490401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0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511009" y="326745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4057" y="52882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383" y="528688"/>
                </a:lnTo>
                <a:lnTo>
                  <a:pt x="344512" y="528688"/>
                </a:lnTo>
                <a:lnTo>
                  <a:pt x="344057" y="528823"/>
                </a:lnTo>
                <a:close/>
              </a:path>
              <a:path w="515619" h="554990">
                <a:moveTo>
                  <a:pt x="171016" y="528823"/>
                </a:moveTo>
                <a:lnTo>
                  <a:pt x="170560" y="528688"/>
                </a:lnTo>
                <a:lnTo>
                  <a:pt x="170753" y="528688"/>
                </a:lnTo>
                <a:lnTo>
                  <a:pt x="171016" y="528823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88"/>
                </a:lnTo>
                <a:lnTo>
                  <a:pt x="364383" y="528688"/>
                </a:lnTo>
                <a:lnTo>
                  <a:pt x="363788" y="528993"/>
                </a:lnTo>
                <a:close/>
              </a:path>
              <a:path w="515619" h="554990">
                <a:moveTo>
                  <a:pt x="171590" y="528993"/>
                </a:moveTo>
                <a:lnTo>
                  <a:pt x="171348" y="528993"/>
                </a:lnTo>
                <a:lnTo>
                  <a:pt x="171016" y="528823"/>
                </a:lnTo>
                <a:lnTo>
                  <a:pt x="171590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057" y="528823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59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3" y="541362"/>
                </a:moveTo>
                <a:lnTo>
                  <a:pt x="213359" y="541362"/>
                </a:lnTo>
                <a:lnTo>
                  <a:pt x="212759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90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4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55293" y="653714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5372" y="4648225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2245" y="476262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5372" y="7089673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9" y="541362"/>
                </a:lnTo>
                <a:lnTo>
                  <a:pt x="257543" y="545536"/>
                </a:lnTo>
                <a:lnTo>
                  <a:pt x="319810" y="545536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60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9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9" y="541362"/>
                </a:lnTo>
                <a:close/>
              </a:path>
              <a:path w="515619" h="554990">
                <a:moveTo>
                  <a:pt x="319810" y="545536"/>
                </a:moveTo>
                <a:lnTo>
                  <a:pt x="257543" y="545536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810" y="545536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49197" y="720491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5372" y="7757185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0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60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3281" y="413169"/>
                </a:lnTo>
                <a:lnTo>
                  <a:pt x="45772" y="416852"/>
                </a:lnTo>
                <a:lnTo>
                  <a:pt x="67481" y="449973"/>
                </a:lnTo>
                <a:lnTo>
                  <a:pt x="67610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0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90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49197" y="787280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201916" y="264744"/>
            <a:ext cx="3877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  <a:endParaRPr spc="-10" dirty="0"/>
          </a:p>
        </p:txBody>
      </p:sp>
      <p:sp>
        <p:nvSpPr>
          <p:cNvPr id="22" name="object 22"/>
          <p:cNvSpPr txBox="1"/>
          <p:nvPr/>
        </p:nvSpPr>
        <p:spPr>
          <a:xfrm>
            <a:off x="2669539" y="2317572"/>
            <a:ext cx="13806169" cy="55162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97815" marR="374650" indent="-285115">
              <a:lnSpc>
                <a:spcPct val="101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accesses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browser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valid 	credentials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97815" marR="5080" indent="-285115">
              <a:lnSpc>
                <a:spcPts val="4340"/>
              </a:lnSpc>
              <a:spcBef>
                <a:spcPts val="105"/>
              </a:spcBef>
              <a:buFont typeface="Arial MT"/>
              <a:buChar char="•"/>
              <a:tabLst>
                <a:tab pos="29972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authenticates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grants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role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(Admin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Student)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98450" indent="-285115">
              <a:lnSpc>
                <a:spcPts val="4150"/>
              </a:lnSpc>
              <a:buFont typeface="Arial MT"/>
              <a:buChar char="•"/>
              <a:tabLst>
                <a:tab pos="29845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Admin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creates,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updates,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deletes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details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dashboard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99085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stored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managed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database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98450" indent="-285115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Students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browse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events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view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detailed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information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99085" indent="-28575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Students</a:t>
            </a:r>
            <a:r>
              <a:rPr sz="36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selected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events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97815" marR="2118995" indent="-285115">
              <a:lnSpc>
                <a:spcPts val="4340"/>
              </a:lnSpc>
              <a:spcBef>
                <a:spcPts val="85"/>
              </a:spcBef>
              <a:buFont typeface="Arial MT"/>
              <a:buChar char="•"/>
              <a:tabLst>
                <a:tab pos="29972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processes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requests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displays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updated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registration</a:t>
            </a:r>
            <a:r>
              <a:rPr sz="36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36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36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993648"/>
                </a:moveTo>
                <a:lnTo>
                  <a:pt x="448983" y="991374"/>
                </a:lnTo>
                <a:lnTo>
                  <a:pt x="402412" y="984694"/>
                </a:lnTo>
                <a:lnTo>
                  <a:pt x="357352" y="973810"/>
                </a:lnTo>
                <a:lnTo>
                  <a:pt x="313994" y="958926"/>
                </a:lnTo>
                <a:lnTo>
                  <a:pt x="272541" y="940269"/>
                </a:lnTo>
                <a:lnTo>
                  <a:pt x="233210" y="918032"/>
                </a:lnTo>
                <a:lnTo>
                  <a:pt x="196202" y="892428"/>
                </a:lnTo>
                <a:lnTo>
                  <a:pt x="161734" y="863650"/>
                </a:lnTo>
                <a:lnTo>
                  <a:pt x="130009" y="831938"/>
                </a:lnTo>
                <a:lnTo>
                  <a:pt x="101244" y="797471"/>
                </a:lnTo>
                <a:lnTo>
                  <a:pt x="75628" y="760463"/>
                </a:lnTo>
                <a:lnTo>
                  <a:pt x="53390" y="721131"/>
                </a:lnTo>
                <a:lnTo>
                  <a:pt x="34721" y="679678"/>
                </a:lnTo>
                <a:lnTo>
                  <a:pt x="19850" y="636320"/>
                </a:lnTo>
                <a:lnTo>
                  <a:pt x="8953" y="591248"/>
                </a:lnTo>
                <a:lnTo>
                  <a:pt x="2273" y="544677"/>
                </a:lnTo>
                <a:lnTo>
                  <a:pt x="0" y="496824"/>
                </a:lnTo>
                <a:lnTo>
                  <a:pt x="2273" y="448970"/>
                </a:lnTo>
                <a:lnTo>
                  <a:pt x="8953" y="402399"/>
                </a:lnTo>
                <a:lnTo>
                  <a:pt x="19850" y="357327"/>
                </a:lnTo>
                <a:lnTo>
                  <a:pt x="34721" y="313956"/>
                </a:lnTo>
                <a:lnTo>
                  <a:pt x="53390" y="272503"/>
                </a:lnTo>
                <a:lnTo>
                  <a:pt x="75628" y="233184"/>
                </a:lnTo>
                <a:lnTo>
                  <a:pt x="101244" y="196176"/>
                </a:lnTo>
                <a:lnTo>
                  <a:pt x="130009" y="161709"/>
                </a:lnTo>
                <a:lnTo>
                  <a:pt x="161734" y="129984"/>
                </a:lnTo>
                <a:lnTo>
                  <a:pt x="196202" y="101219"/>
                </a:lnTo>
                <a:lnTo>
                  <a:pt x="233210" y="75615"/>
                </a:lnTo>
                <a:lnTo>
                  <a:pt x="272541" y="53378"/>
                </a:lnTo>
                <a:lnTo>
                  <a:pt x="313994" y="34721"/>
                </a:lnTo>
                <a:lnTo>
                  <a:pt x="357352" y="19837"/>
                </a:lnTo>
                <a:lnTo>
                  <a:pt x="402412" y="8953"/>
                </a:lnTo>
                <a:lnTo>
                  <a:pt x="448983" y="2273"/>
                </a:lnTo>
                <a:lnTo>
                  <a:pt x="496823" y="0"/>
                </a:lnTo>
                <a:lnTo>
                  <a:pt x="544677" y="2273"/>
                </a:lnTo>
                <a:lnTo>
                  <a:pt x="591248" y="8953"/>
                </a:lnTo>
                <a:lnTo>
                  <a:pt x="636320" y="19837"/>
                </a:lnTo>
                <a:lnTo>
                  <a:pt x="679678" y="34721"/>
                </a:lnTo>
                <a:lnTo>
                  <a:pt x="721131" y="53378"/>
                </a:lnTo>
                <a:lnTo>
                  <a:pt x="760463" y="75615"/>
                </a:lnTo>
                <a:lnTo>
                  <a:pt x="797471" y="101219"/>
                </a:lnTo>
                <a:lnTo>
                  <a:pt x="831938" y="129984"/>
                </a:lnTo>
                <a:lnTo>
                  <a:pt x="863650" y="161709"/>
                </a:lnTo>
                <a:lnTo>
                  <a:pt x="892429" y="196176"/>
                </a:lnTo>
                <a:lnTo>
                  <a:pt x="918032" y="233184"/>
                </a:lnTo>
                <a:lnTo>
                  <a:pt x="940269" y="272503"/>
                </a:lnTo>
                <a:lnTo>
                  <a:pt x="958926" y="313956"/>
                </a:lnTo>
                <a:lnTo>
                  <a:pt x="973810" y="357327"/>
                </a:lnTo>
                <a:lnTo>
                  <a:pt x="984694" y="402399"/>
                </a:lnTo>
                <a:lnTo>
                  <a:pt x="991374" y="448970"/>
                </a:lnTo>
                <a:lnTo>
                  <a:pt x="993648" y="496824"/>
                </a:lnTo>
                <a:lnTo>
                  <a:pt x="991374" y="544677"/>
                </a:lnTo>
                <a:lnTo>
                  <a:pt x="984694" y="591248"/>
                </a:lnTo>
                <a:lnTo>
                  <a:pt x="973810" y="636320"/>
                </a:lnTo>
                <a:lnTo>
                  <a:pt x="958926" y="679678"/>
                </a:lnTo>
                <a:lnTo>
                  <a:pt x="940269" y="721131"/>
                </a:lnTo>
                <a:lnTo>
                  <a:pt x="918032" y="760463"/>
                </a:lnTo>
                <a:lnTo>
                  <a:pt x="892429" y="797471"/>
                </a:lnTo>
                <a:lnTo>
                  <a:pt x="863650" y="831938"/>
                </a:lnTo>
                <a:lnTo>
                  <a:pt x="831938" y="863650"/>
                </a:lnTo>
                <a:lnTo>
                  <a:pt x="797471" y="892428"/>
                </a:lnTo>
                <a:lnTo>
                  <a:pt x="760463" y="918032"/>
                </a:lnTo>
                <a:lnTo>
                  <a:pt x="721131" y="940269"/>
                </a:lnTo>
                <a:lnTo>
                  <a:pt x="679678" y="958926"/>
                </a:lnTo>
                <a:lnTo>
                  <a:pt x="636320" y="973810"/>
                </a:lnTo>
                <a:lnTo>
                  <a:pt x="591248" y="984694"/>
                </a:lnTo>
                <a:lnTo>
                  <a:pt x="544677" y="991374"/>
                </a:lnTo>
                <a:lnTo>
                  <a:pt x="496823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7498" y="6205169"/>
            <a:ext cx="2127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2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5372" y="331320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603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245" y="342633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5372" y="1978177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89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4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89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89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89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89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89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89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89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7"/>
                </a:lnTo>
                <a:lnTo>
                  <a:pt x="417182" y="482854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7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89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89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89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89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89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89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89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89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89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89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9677" y="209257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5372" y="3980713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3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6149" y="4094734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5372" y="264568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2245" y="275856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5372" y="5315737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6" y="526046"/>
                </a:lnTo>
                <a:lnTo>
                  <a:pt x="212799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4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6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596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49197" y="54303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5372" y="4648225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2245" y="476262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5372" y="7089673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9" y="541362"/>
                </a:lnTo>
                <a:lnTo>
                  <a:pt x="257543" y="545536"/>
                </a:lnTo>
                <a:lnTo>
                  <a:pt x="319810" y="545536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60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9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9" y="541362"/>
                </a:lnTo>
                <a:close/>
              </a:path>
              <a:path w="515619" h="554990">
                <a:moveTo>
                  <a:pt x="319810" y="545536"/>
                </a:moveTo>
                <a:lnTo>
                  <a:pt x="257543" y="545536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810" y="545536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49197" y="720491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5372" y="7757185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0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60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3281" y="413169"/>
                </a:lnTo>
                <a:lnTo>
                  <a:pt x="45772" y="416852"/>
                </a:lnTo>
                <a:lnTo>
                  <a:pt x="67481" y="449973"/>
                </a:lnTo>
                <a:lnTo>
                  <a:pt x="67610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0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90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49197" y="787280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216662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280" dirty="0"/>
              <a:t> </a:t>
            </a:r>
            <a:r>
              <a:rPr spc="-20" dirty="0"/>
              <a:t>USED</a:t>
            </a:r>
            <a:endParaRPr spc="-20" dirty="0"/>
          </a:p>
        </p:txBody>
      </p:sp>
      <p:sp>
        <p:nvSpPr>
          <p:cNvPr id="22" name="object 22"/>
          <p:cNvSpPr txBox="1"/>
          <p:nvPr/>
        </p:nvSpPr>
        <p:spPr>
          <a:xfrm>
            <a:off x="2256282" y="1563242"/>
            <a:ext cx="1336675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2800" b="1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Technologies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28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structure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pages</a:t>
            </a:r>
            <a:r>
              <a:rPr sz="28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2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login,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dashboard,</a:t>
            </a: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2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pages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CSS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styling,</a:t>
            </a:r>
            <a:r>
              <a:rPr sz="28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layout</a:t>
            </a:r>
            <a:r>
              <a:rPr sz="28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28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improving</a:t>
            </a: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28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appearance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JavaScript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interactivity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behavior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application.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56154" y="3697604"/>
            <a:ext cx="13747115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2800" b="1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Technologies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PHP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server-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side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scripting,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handling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requests,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connecting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database.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Apache</a:t>
            </a:r>
            <a:r>
              <a:rPr sz="28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(XAMPP)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locally.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96464" y="5518784"/>
            <a:ext cx="10941685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Database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MySQL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store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details,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registrations,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admin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data.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phpMyAdmin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database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graphical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interface.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97100" y="7386955"/>
            <a:ext cx="9774555" cy="173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Tools</a:t>
            </a:r>
            <a:r>
              <a:rPr sz="28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Development</a:t>
            </a:r>
            <a:r>
              <a:rPr sz="28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Environment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VS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writing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managing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code.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XAMPP</a:t>
            </a:r>
            <a:r>
              <a:rPr sz="2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Apache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MySQL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database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locally.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Browser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application.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993648"/>
                </a:moveTo>
                <a:lnTo>
                  <a:pt x="448983" y="991374"/>
                </a:lnTo>
                <a:lnTo>
                  <a:pt x="402412" y="984694"/>
                </a:lnTo>
                <a:lnTo>
                  <a:pt x="357352" y="973810"/>
                </a:lnTo>
                <a:lnTo>
                  <a:pt x="313994" y="958926"/>
                </a:lnTo>
                <a:lnTo>
                  <a:pt x="272541" y="940269"/>
                </a:lnTo>
                <a:lnTo>
                  <a:pt x="233210" y="918032"/>
                </a:lnTo>
                <a:lnTo>
                  <a:pt x="196202" y="892429"/>
                </a:lnTo>
                <a:lnTo>
                  <a:pt x="161734" y="863650"/>
                </a:lnTo>
                <a:lnTo>
                  <a:pt x="130009" y="831938"/>
                </a:lnTo>
                <a:lnTo>
                  <a:pt x="101244" y="797471"/>
                </a:lnTo>
                <a:lnTo>
                  <a:pt x="75628" y="760463"/>
                </a:lnTo>
                <a:lnTo>
                  <a:pt x="53390" y="721131"/>
                </a:lnTo>
                <a:lnTo>
                  <a:pt x="34721" y="679678"/>
                </a:lnTo>
                <a:lnTo>
                  <a:pt x="19850" y="636320"/>
                </a:lnTo>
                <a:lnTo>
                  <a:pt x="8953" y="591248"/>
                </a:lnTo>
                <a:lnTo>
                  <a:pt x="2273" y="544677"/>
                </a:lnTo>
                <a:lnTo>
                  <a:pt x="0" y="496824"/>
                </a:lnTo>
                <a:lnTo>
                  <a:pt x="2273" y="448970"/>
                </a:lnTo>
                <a:lnTo>
                  <a:pt x="8953" y="402399"/>
                </a:lnTo>
                <a:lnTo>
                  <a:pt x="19850" y="357327"/>
                </a:lnTo>
                <a:lnTo>
                  <a:pt x="34721" y="313956"/>
                </a:lnTo>
                <a:lnTo>
                  <a:pt x="53390" y="272503"/>
                </a:lnTo>
                <a:lnTo>
                  <a:pt x="75628" y="233172"/>
                </a:lnTo>
                <a:lnTo>
                  <a:pt x="101244" y="196176"/>
                </a:lnTo>
                <a:lnTo>
                  <a:pt x="130009" y="161709"/>
                </a:lnTo>
                <a:lnTo>
                  <a:pt x="161734" y="129984"/>
                </a:lnTo>
                <a:lnTo>
                  <a:pt x="196202" y="101219"/>
                </a:lnTo>
                <a:lnTo>
                  <a:pt x="233210" y="75615"/>
                </a:lnTo>
                <a:lnTo>
                  <a:pt x="272541" y="53378"/>
                </a:lnTo>
                <a:lnTo>
                  <a:pt x="313994" y="34709"/>
                </a:lnTo>
                <a:lnTo>
                  <a:pt x="357352" y="19837"/>
                </a:lnTo>
                <a:lnTo>
                  <a:pt x="402412" y="8953"/>
                </a:lnTo>
                <a:lnTo>
                  <a:pt x="448983" y="2273"/>
                </a:lnTo>
                <a:lnTo>
                  <a:pt x="496823" y="0"/>
                </a:lnTo>
                <a:lnTo>
                  <a:pt x="544677" y="2273"/>
                </a:lnTo>
                <a:lnTo>
                  <a:pt x="591248" y="8953"/>
                </a:lnTo>
                <a:lnTo>
                  <a:pt x="636320" y="19837"/>
                </a:lnTo>
                <a:lnTo>
                  <a:pt x="679678" y="34709"/>
                </a:lnTo>
                <a:lnTo>
                  <a:pt x="721131" y="53378"/>
                </a:lnTo>
                <a:lnTo>
                  <a:pt x="760463" y="75615"/>
                </a:lnTo>
                <a:lnTo>
                  <a:pt x="797471" y="101219"/>
                </a:lnTo>
                <a:lnTo>
                  <a:pt x="831938" y="129984"/>
                </a:lnTo>
                <a:lnTo>
                  <a:pt x="863650" y="161709"/>
                </a:lnTo>
                <a:lnTo>
                  <a:pt x="892429" y="196176"/>
                </a:lnTo>
                <a:lnTo>
                  <a:pt x="918032" y="233172"/>
                </a:lnTo>
                <a:lnTo>
                  <a:pt x="940269" y="272503"/>
                </a:lnTo>
                <a:lnTo>
                  <a:pt x="958926" y="313956"/>
                </a:lnTo>
                <a:lnTo>
                  <a:pt x="973810" y="357327"/>
                </a:lnTo>
                <a:lnTo>
                  <a:pt x="984694" y="402399"/>
                </a:lnTo>
                <a:lnTo>
                  <a:pt x="991374" y="448970"/>
                </a:lnTo>
                <a:lnTo>
                  <a:pt x="993648" y="496824"/>
                </a:lnTo>
                <a:lnTo>
                  <a:pt x="991374" y="544677"/>
                </a:lnTo>
                <a:lnTo>
                  <a:pt x="984694" y="591248"/>
                </a:lnTo>
                <a:lnTo>
                  <a:pt x="973810" y="636320"/>
                </a:lnTo>
                <a:lnTo>
                  <a:pt x="958926" y="679678"/>
                </a:lnTo>
                <a:lnTo>
                  <a:pt x="940269" y="721131"/>
                </a:lnTo>
                <a:lnTo>
                  <a:pt x="918032" y="760463"/>
                </a:lnTo>
                <a:lnTo>
                  <a:pt x="892429" y="797471"/>
                </a:lnTo>
                <a:lnTo>
                  <a:pt x="863650" y="831938"/>
                </a:lnTo>
                <a:lnTo>
                  <a:pt x="831938" y="863650"/>
                </a:lnTo>
                <a:lnTo>
                  <a:pt x="797471" y="892429"/>
                </a:lnTo>
                <a:lnTo>
                  <a:pt x="760463" y="918032"/>
                </a:lnTo>
                <a:lnTo>
                  <a:pt x="721131" y="940269"/>
                </a:lnTo>
                <a:lnTo>
                  <a:pt x="679678" y="958926"/>
                </a:lnTo>
                <a:lnTo>
                  <a:pt x="636320" y="973810"/>
                </a:lnTo>
                <a:lnTo>
                  <a:pt x="591248" y="984694"/>
                </a:lnTo>
                <a:lnTo>
                  <a:pt x="544677" y="991374"/>
                </a:lnTo>
                <a:lnTo>
                  <a:pt x="496823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1707" y="6888480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5372" y="331320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603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245" y="342633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5372" y="1978177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89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4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89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89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89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89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89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89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89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7"/>
                </a:lnTo>
                <a:lnTo>
                  <a:pt x="417182" y="482854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7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89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89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89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89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89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89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89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89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89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89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9677" y="209257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5372" y="3980713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3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6149" y="4094734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5372" y="264568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2245" y="275856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5372" y="5315737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6" y="526046"/>
                </a:lnTo>
                <a:lnTo>
                  <a:pt x="212799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4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6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596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49197" y="54303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5372" y="4648225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2245" y="476262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5372" y="598324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5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841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5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5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5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5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5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5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5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5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5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5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5">
                <a:moveTo>
                  <a:pt x="171597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5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5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5293" y="609828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5372" y="7757185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0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60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3281" y="413169"/>
                </a:lnTo>
                <a:lnTo>
                  <a:pt x="45772" y="416852"/>
                </a:lnTo>
                <a:lnTo>
                  <a:pt x="67481" y="449973"/>
                </a:lnTo>
                <a:lnTo>
                  <a:pt x="67610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0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90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49197" y="787280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6913352" y="1842782"/>
            <a:ext cx="1374775" cy="6946900"/>
          </a:xfrm>
          <a:custGeom>
            <a:avLst/>
            <a:gdLst/>
            <a:ahLst/>
            <a:cxnLst/>
            <a:rect l="l" t="t" r="r" b="b"/>
            <a:pathLst>
              <a:path w="1374775" h="6946900">
                <a:moveTo>
                  <a:pt x="1169822" y="6946900"/>
                </a:moveTo>
                <a:lnTo>
                  <a:pt x="1160716" y="6934200"/>
                </a:lnTo>
                <a:lnTo>
                  <a:pt x="1133728" y="6896100"/>
                </a:lnTo>
                <a:lnTo>
                  <a:pt x="1104544" y="6858000"/>
                </a:lnTo>
                <a:lnTo>
                  <a:pt x="1076909" y="6819900"/>
                </a:lnTo>
                <a:lnTo>
                  <a:pt x="1050798" y="6781800"/>
                </a:lnTo>
                <a:lnTo>
                  <a:pt x="1022565" y="6743700"/>
                </a:lnTo>
                <a:lnTo>
                  <a:pt x="995857" y="6705600"/>
                </a:lnTo>
                <a:lnTo>
                  <a:pt x="970622" y="6667500"/>
                </a:lnTo>
                <a:lnTo>
                  <a:pt x="943368" y="6629400"/>
                </a:lnTo>
                <a:lnTo>
                  <a:pt x="918730" y="6591300"/>
                </a:lnTo>
                <a:lnTo>
                  <a:pt x="892124" y="6553200"/>
                </a:lnTo>
                <a:lnTo>
                  <a:pt x="866990" y="6515100"/>
                </a:lnTo>
                <a:lnTo>
                  <a:pt x="842162" y="6464300"/>
                </a:lnTo>
                <a:lnTo>
                  <a:pt x="817664" y="6426200"/>
                </a:lnTo>
                <a:lnTo>
                  <a:pt x="793483" y="6388100"/>
                </a:lnTo>
                <a:lnTo>
                  <a:pt x="769632" y="6350000"/>
                </a:lnTo>
                <a:lnTo>
                  <a:pt x="746099" y="6311900"/>
                </a:lnTo>
                <a:lnTo>
                  <a:pt x="722909" y="6261100"/>
                </a:lnTo>
                <a:lnTo>
                  <a:pt x="700036" y="6223000"/>
                </a:lnTo>
                <a:lnTo>
                  <a:pt x="677506" y="6184900"/>
                </a:lnTo>
                <a:lnTo>
                  <a:pt x="656285" y="6146800"/>
                </a:lnTo>
                <a:lnTo>
                  <a:pt x="634403" y="6096000"/>
                </a:lnTo>
                <a:lnTo>
                  <a:pt x="611898" y="6057900"/>
                </a:lnTo>
                <a:lnTo>
                  <a:pt x="591654" y="6019800"/>
                </a:lnTo>
                <a:lnTo>
                  <a:pt x="569861" y="5969000"/>
                </a:lnTo>
                <a:lnTo>
                  <a:pt x="549351" y="5930900"/>
                </a:lnTo>
                <a:lnTo>
                  <a:pt x="529196" y="5880100"/>
                </a:lnTo>
                <a:lnTo>
                  <a:pt x="510260" y="5842000"/>
                </a:lnTo>
                <a:lnTo>
                  <a:pt x="489915" y="5803900"/>
                </a:lnTo>
                <a:lnTo>
                  <a:pt x="470788" y="5753100"/>
                </a:lnTo>
                <a:lnTo>
                  <a:pt x="452031" y="5715000"/>
                </a:lnTo>
                <a:lnTo>
                  <a:pt x="433616" y="5664200"/>
                </a:lnTo>
                <a:lnTo>
                  <a:pt x="415556" y="5626100"/>
                </a:lnTo>
                <a:lnTo>
                  <a:pt x="397865" y="5575300"/>
                </a:lnTo>
                <a:lnTo>
                  <a:pt x="380517" y="5537200"/>
                </a:lnTo>
                <a:lnTo>
                  <a:pt x="363537" y="5486400"/>
                </a:lnTo>
                <a:lnTo>
                  <a:pt x="347662" y="5448300"/>
                </a:lnTo>
                <a:lnTo>
                  <a:pt x="330669" y="5397500"/>
                </a:lnTo>
                <a:lnTo>
                  <a:pt x="314782" y="5359400"/>
                </a:lnTo>
                <a:lnTo>
                  <a:pt x="299262" y="5308600"/>
                </a:lnTo>
                <a:lnTo>
                  <a:pt x="284111" y="5257800"/>
                </a:lnTo>
                <a:lnTo>
                  <a:pt x="269341" y="5219700"/>
                </a:lnTo>
                <a:lnTo>
                  <a:pt x="254939" y="5168900"/>
                </a:lnTo>
                <a:lnTo>
                  <a:pt x="240906" y="5118100"/>
                </a:lnTo>
                <a:lnTo>
                  <a:pt x="227253" y="5080000"/>
                </a:lnTo>
                <a:lnTo>
                  <a:pt x="213982" y="5029200"/>
                </a:lnTo>
                <a:lnTo>
                  <a:pt x="201091" y="4978400"/>
                </a:lnTo>
                <a:lnTo>
                  <a:pt x="188582" y="4940300"/>
                </a:lnTo>
                <a:lnTo>
                  <a:pt x="176453" y="4889500"/>
                </a:lnTo>
                <a:lnTo>
                  <a:pt x="164719" y="4838700"/>
                </a:lnTo>
                <a:lnTo>
                  <a:pt x="153365" y="4800600"/>
                </a:lnTo>
                <a:lnTo>
                  <a:pt x="142887" y="4749800"/>
                </a:lnTo>
                <a:lnTo>
                  <a:pt x="131838" y="4699000"/>
                </a:lnTo>
                <a:lnTo>
                  <a:pt x="121653" y="4648200"/>
                </a:lnTo>
                <a:lnTo>
                  <a:pt x="111874" y="4610100"/>
                </a:lnTo>
                <a:lnTo>
                  <a:pt x="102488" y="4559300"/>
                </a:lnTo>
                <a:lnTo>
                  <a:pt x="93510" y="4508500"/>
                </a:lnTo>
                <a:lnTo>
                  <a:pt x="85293" y="4457700"/>
                </a:lnTo>
                <a:lnTo>
                  <a:pt x="76733" y="4406900"/>
                </a:lnTo>
                <a:lnTo>
                  <a:pt x="68961" y="4368800"/>
                </a:lnTo>
                <a:lnTo>
                  <a:pt x="61899" y="4318000"/>
                </a:lnTo>
                <a:lnTo>
                  <a:pt x="54914" y="4267200"/>
                </a:lnTo>
                <a:lnTo>
                  <a:pt x="48056" y="4216400"/>
                </a:lnTo>
                <a:lnTo>
                  <a:pt x="41909" y="4165600"/>
                </a:lnTo>
                <a:lnTo>
                  <a:pt x="36423" y="4127500"/>
                </a:lnTo>
                <a:lnTo>
                  <a:pt x="30861" y="4076700"/>
                </a:lnTo>
                <a:lnTo>
                  <a:pt x="21475" y="3975100"/>
                </a:lnTo>
                <a:lnTo>
                  <a:pt x="17576" y="3924300"/>
                </a:lnTo>
                <a:lnTo>
                  <a:pt x="13766" y="3873500"/>
                </a:lnTo>
                <a:lnTo>
                  <a:pt x="10540" y="3822700"/>
                </a:lnTo>
                <a:lnTo>
                  <a:pt x="7861" y="3771900"/>
                </a:lnTo>
                <a:lnTo>
                  <a:pt x="5473" y="3721100"/>
                </a:lnTo>
                <a:lnTo>
                  <a:pt x="3517" y="3670300"/>
                </a:lnTo>
                <a:lnTo>
                  <a:pt x="1930" y="3619500"/>
                </a:lnTo>
                <a:lnTo>
                  <a:pt x="888" y="3568700"/>
                </a:lnTo>
                <a:lnTo>
                  <a:pt x="203" y="3517900"/>
                </a:lnTo>
                <a:lnTo>
                  <a:pt x="0" y="3467100"/>
                </a:lnTo>
                <a:lnTo>
                  <a:pt x="152" y="3429000"/>
                </a:lnTo>
                <a:lnTo>
                  <a:pt x="203" y="3416300"/>
                </a:lnTo>
                <a:lnTo>
                  <a:pt x="850" y="3365500"/>
                </a:lnTo>
                <a:lnTo>
                  <a:pt x="1930" y="3314700"/>
                </a:lnTo>
                <a:lnTo>
                  <a:pt x="3441" y="3276600"/>
                </a:lnTo>
                <a:lnTo>
                  <a:pt x="5384" y="3225800"/>
                </a:lnTo>
                <a:lnTo>
                  <a:pt x="5473" y="3213100"/>
                </a:lnTo>
                <a:lnTo>
                  <a:pt x="7746" y="3175000"/>
                </a:lnTo>
                <a:lnTo>
                  <a:pt x="10540" y="3124200"/>
                </a:lnTo>
                <a:lnTo>
                  <a:pt x="13919" y="3073400"/>
                </a:lnTo>
                <a:lnTo>
                  <a:pt x="17576" y="3022600"/>
                </a:lnTo>
                <a:lnTo>
                  <a:pt x="21666" y="2971800"/>
                </a:lnTo>
                <a:lnTo>
                  <a:pt x="26161" y="2921000"/>
                </a:lnTo>
                <a:lnTo>
                  <a:pt x="31089" y="2870200"/>
                </a:lnTo>
                <a:lnTo>
                  <a:pt x="36423" y="2819400"/>
                </a:lnTo>
                <a:lnTo>
                  <a:pt x="42176" y="2768600"/>
                </a:lnTo>
                <a:lnTo>
                  <a:pt x="48056" y="2717800"/>
                </a:lnTo>
                <a:lnTo>
                  <a:pt x="54914" y="2667000"/>
                </a:lnTo>
                <a:lnTo>
                  <a:pt x="61899" y="2628900"/>
                </a:lnTo>
                <a:lnTo>
                  <a:pt x="76733" y="2527300"/>
                </a:lnTo>
                <a:lnTo>
                  <a:pt x="85293" y="2476500"/>
                </a:lnTo>
                <a:lnTo>
                  <a:pt x="93903" y="2425700"/>
                </a:lnTo>
                <a:lnTo>
                  <a:pt x="102488" y="2387600"/>
                </a:lnTo>
                <a:lnTo>
                  <a:pt x="112306" y="2336800"/>
                </a:lnTo>
                <a:lnTo>
                  <a:pt x="121653" y="2286000"/>
                </a:lnTo>
                <a:lnTo>
                  <a:pt x="132308" y="2235200"/>
                </a:lnTo>
                <a:lnTo>
                  <a:pt x="142887" y="2197100"/>
                </a:lnTo>
                <a:lnTo>
                  <a:pt x="153365" y="2146300"/>
                </a:lnTo>
                <a:lnTo>
                  <a:pt x="165239" y="2095500"/>
                </a:lnTo>
                <a:lnTo>
                  <a:pt x="176453" y="2057400"/>
                </a:lnTo>
                <a:lnTo>
                  <a:pt x="189141" y="2006600"/>
                </a:lnTo>
                <a:lnTo>
                  <a:pt x="201663" y="1955800"/>
                </a:lnTo>
                <a:lnTo>
                  <a:pt x="213982" y="1905000"/>
                </a:lnTo>
                <a:lnTo>
                  <a:pt x="227863" y="1866900"/>
                </a:lnTo>
                <a:lnTo>
                  <a:pt x="241528" y="1816100"/>
                </a:lnTo>
                <a:lnTo>
                  <a:pt x="255574" y="1765300"/>
                </a:lnTo>
                <a:lnTo>
                  <a:pt x="270001" y="1727200"/>
                </a:lnTo>
                <a:lnTo>
                  <a:pt x="284111" y="1676400"/>
                </a:lnTo>
                <a:lnTo>
                  <a:pt x="299262" y="1638300"/>
                </a:lnTo>
                <a:lnTo>
                  <a:pt x="315493" y="1587500"/>
                </a:lnTo>
                <a:lnTo>
                  <a:pt x="331393" y="1536700"/>
                </a:lnTo>
                <a:lnTo>
                  <a:pt x="347662" y="1498600"/>
                </a:lnTo>
                <a:lnTo>
                  <a:pt x="363537" y="1447800"/>
                </a:lnTo>
                <a:lnTo>
                  <a:pt x="381292" y="1409700"/>
                </a:lnTo>
                <a:lnTo>
                  <a:pt x="398653" y="1358900"/>
                </a:lnTo>
                <a:lnTo>
                  <a:pt x="415556" y="1320800"/>
                </a:lnTo>
                <a:lnTo>
                  <a:pt x="434441" y="1270000"/>
                </a:lnTo>
                <a:lnTo>
                  <a:pt x="452869" y="1231900"/>
                </a:lnTo>
                <a:lnTo>
                  <a:pt x="470788" y="1193800"/>
                </a:lnTo>
                <a:lnTo>
                  <a:pt x="490778" y="1143000"/>
                </a:lnTo>
                <a:lnTo>
                  <a:pt x="510260" y="1092200"/>
                </a:lnTo>
                <a:lnTo>
                  <a:pt x="530098" y="1054100"/>
                </a:lnTo>
                <a:lnTo>
                  <a:pt x="550265" y="1016000"/>
                </a:lnTo>
                <a:lnTo>
                  <a:pt x="570788" y="965200"/>
                </a:lnTo>
                <a:lnTo>
                  <a:pt x="591654" y="927100"/>
                </a:lnTo>
                <a:lnTo>
                  <a:pt x="611898" y="889000"/>
                </a:lnTo>
                <a:lnTo>
                  <a:pt x="634403" y="838200"/>
                </a:lnTo>
                <a:lnTo>
                  <a:pt x="656285" y="800100"/>
                </a:lnTo>
                <a:lnTo>
                  <a:pt x="677494" y="762000"/>
                </a:lnTo>
                <a:lnTo>
                  <a:pt x="701052" y="711200"/>
                </a:lnTo>
                <a:lnTo>
                  <a:pt x="723938" y="673100"/>
                </a:lnTo>
                <a:lnTo>
                  <a:pt x="747153" y="635000"/>
                </a:lnTo>
                <a:lnTo>
                  <a:pt x="770686" y="596900"/>
                </a:lnTo>
                <a:lnTo>
                  <a:pt x="794562" y="546100"/>
                </a:lnTo>
                <a:lnTo>
                  <a:pt x="817664" y="508000"/>
                </a:lnTo>
                <a:lnTo>
                  <a:pt x="843267" y="469900"/>
                </a:lnTo>
                <a:lnTo>
                  <a:pt x="868108" y="431800"/>
                </a:lnTo>
                <a:lnTo>
                  <a:pt x="893254" y="393700"/>
                </a:lnTo>
                <a:lnTo>
                  <a:pt x="918730" y="355600"/>
                </a:lnTo>
                <a:lnTo>
                  <a:pt x="944524" y="304800"/>
                </a:lnTo>
                <a:lnTo>
                  <a:pt x="970622" y="266700"/>
                </a:lnTo>
                <a:lnTo>
                  <a:pt x="997038" y="228600"/>
                </a:lnTo>
                <a:lnTo>
                  <a:pt x="1023759" y="190500"/>
                </a:lnTo>
                <a:lnTo>
                  <a:pt x="1050798" y="152400"/>
                </a:lnTo>
                <a:lnTo>
                  <a:pt x="1078141" y="114300"/>
                </a:lnTo>
                <a:lnTo>
                  <a:pt x="1104544" y="76200"/>
                </a:lnTo>
                <a:lnTo>
                  <a:pt x="1134021" y="38100"/>
                </a:lnTo>
                <a:lnTo>
                  <a:pt x="1168831" y="0"/>
                </a:lnTo>
                <a:lnTo>
                  <a:pt x="1374648" y="152400"/>
                </a:lnTo>
                <a:lnTo>
                  <a:pt x="1374648" y="584200"/>
                </a:lnTo>
                <a:lnTo>
                  <a:pt x="1373708" y="596900"/>
                </a:lnTo>
                <a:lnTo>
                  <a:pt x="1374648" y="596900"/>
                </a:lnTo>
                <a:lnTo>
                  <a:pt x="1350225" y="635000"/>
                </a:lnTo>
                <a:lnTo>
                  <a:pt x="1351381" y="635000"/>
                </a:lnTo>
                <a:lnTo>
                  <a:pt x="1335159" y="660400"/>
                </a:lnTo>
                <a:lnTo>
                  <a:pt x="1328178" y="660400"/>
                </a:lnTo>
                <a:lnTo>
                  <a:pt x="1304150" y="698500"/>
                </a:lnTo>
                <a:lnTo>
                  <a:pt x="1305267" y="698500"/>
                </a:lnTo>
                <a:lnTo>
                  <a:pt x="1281557" y="736600"/>
                </a:lnTo>
                <a:lnTo>
                  <a:pt x="1282661" y="736600"/>
                </a:lnTo>
                <a:lnTo>
                  <a:pt x="1259243" y="774700"/>
                </a:lnTo>
                <a:lnTo>
                  <a:pt x="1260335" y="774700"/>
                </a:lnTo>
                <a:lnTo>
                  <a:pt x="1237234" y="812800"/>
                </a:lnTo>
                <a:lnTo>
                  <a:pt x="1238313" y="812800"/>
                </a:lnTo>
                <a:lnTo>
                  <a:pt x="1215517" y="850900"/>
                </a:lnTo>
                <a:lnTo>
                  <a:pt x="1216583" y="850900"/>
                </a:lnTo>
                <a:lnTo>
                  <a:pt x="1194092" y="889000"/>
                </a:lnTo>
                <a:lnTo>
                  <a:pt x="1195146" y="889000"/>
                </a:lnTo>
                <a:lnTo>
                  <a:pt x="1172984" y="927100"/>
                </a:lnTo>
                <a:lnTo>
                  <a:pt x="1174013" y="927100"/>
                </a:lnTo>
                <a:lnTo>
                  <a:pt x="1152169" y="965200"/>
                </a:lnTo>
                <a:lnTo>
                  <a:pt x="1153185" y="965200"/>
                </a:lnTo>
                <a:lnTo>
                  <a:pt x="1131646" y="1003300"/>
                </a:lnTo>
                <a:lnTo>
                  <a:pt x="1132649" y="1003300"/>
                </a:lnTo>
                <a:lnTo>
                  <a:pt x="1111440" y="1041400"/>
                </a:lnTo>
                <a:lnTo>
                  <a:pt x="1112431" y="1041400"/>
                </a:lnTo>
                <a:lnTo>
                  <a:pt x="1091539" y="1079500"/>
                </a:lnTo>
                <a:lnTo>
                  <a:pt x="1092517" y="1079500"/>
                </a:lnTo>
                <a:lnTo>
                  <a:pt x="1071943" y="1117600"/>
                </a:lnTo>
                <a:lnTo>
                  <a:pt x="1072896" y="1117600"/>
                </a:lnTo>
                <a:lnTo>
                  <a:pt x="1052652" y="1155700"/>
                </a:lnTo>
                <a:lnTo>
                  <a:pt x="1053604" y="1155700"/>
                </a:lnTo>
                <a:lnTo>
                  <a:pt x="1033678" y="1193800"/>
                </a:lnTo>
                <a:lnTo>
                  <a:pt x="1034605" y="1193800"/>
                </a:lnTo>
                <a:lnTo>
                  <a:pt x="1015022" y="1231900"/>
                </a:lnTo>
                <a:lnTo>
                  <a:pt x="1015936" y="1231900"/>
                </a:lnTo>
                <a:lnTo>
                  <a:pt x="996670" y="1270000"/>
                </a:lnTo>
                <a:lnTo>
                  <a:pt x="997572" y="1270000"/>
                </a:lnTo>
                <a:lnTo>
                  <a:pt x="978636" y="1308100"/>
                </a:lnTo>
                <a:lnTo>
                  <a:pt x="979512" y="1308100"/>
                </a:lnTo>
                <a:lnTo>
                  <a:pt x="960920" y="1346200"/>
                </a:lnTo>
                <a:lnTo>
                  <a:pt x="961783" y="1346200"/>
                </a:lnTo>
                <a:lnTo>
                  <a:pt x="948086" y="1384300"/>
                </a:lnTo>
                <a:lnTo>
                  <a:pt x="944371" y="1384300"/>
                </a:lnTo>
                <a:lnTo>
                  <a:pt x="926439" y="1435100"/>
                </a:lnTo>
                <a:lnTo>
                  <a:pt x="927277" y="1435100"/>
                </a:lnTo>
                <a:lnTo>
                  <a:pt x="909688" y="1473200"/>
                </a:lnTo>
                <a:lnTo>
                  <a:pt x="910513" y="1473200"/>
                </a:lnTo>
                <a:lnTo>
                  <a:pt x="893267" y="1511300"/>
                </a:lnTo>
                <a:lnTo>
                  <a:pt x="894067" y="1511300"/>
                </a:lnTo>
                <a:lnTo>
                  <a:pt x="877163" y="1549400"/>
                </a:lnTo>
                <a:lnTo>
                  <a:pt x="877951" y="1549400"/>
                </a:lnTo>
                <a:lnTo>
                  <a:pt x="861377" y="1587500"/>
                </a:lnTo>
                <a:lnTo>
                  <a:pt x="862152" y="1587500"/>
                </a:lnTo>
                <a:lnTo>
                  <a:pt x="845934" y="1638300"/>
                </a:lnTo>
                <a:lnTo>
                  <a:pt x="846683" y="1638300"/>
                </a:lnTo>
                <a:lnTo>
                  <a:pt x="830808" y="1676400"/>
                </a:lnTo>
                <a:lnTo>
                  <a:pt x="831557" y="1676400"/>
                </a:lnTo>
                <a:lnTo>
                  <a:pt x="816025" y="1714500"/>
                </a:lnTo>
                <a:lnTo>
                  <a:pt x="816749" y="1714500"/>
                </a:lnTo>
                <a:lnTo>
                  <a:pt x="801573" y="1752600"/>
                </a:lnTo>
                <a:lnTo>
                  <a:pt x="802284" y="1752600"/>
                </a:lnTo>
                <a:lnTo>
                  <a:pt x="791159" y="1790700"/>
                </a:lnTo>
                <a:lnTo>
                  <a:pt x="788149" y="1790700"/>
                </a:lnTo>
                <a:lnTo>
                  <a:pt x="773671" y="1841500"/>
                </a:lnTo>
                <a:lnTo>
                  <a:pt x="774344" y="1841500"/>
                </a:lnTo>
                <a:lnTo>
                  <a:pt x="760221" y="1879600"/>
                </a:lnTo>
                <a:lnTo>
                  <a:pt x="760882" y="1879600"/>
                </a:lnTo>
                <a:lnTo>
                  <a:pt x="747128" y="1917700"/>
                </a:lnTo>
                <a:lnTo>
                  <a:pt x="747763" y="1917700"/>
                </a:lnTo>
                <a:lnTo>
                  <a:pt x="734364" y="1968500"/>
                </a:lnTo>
                <a:lnTo>
                  <a:pt x="734987" y="1968500"/>
                </a:lnTo>
                <a:lnTo>
                  <a:pt x="721944" y="2006600"/>
                </a:lnTo>
                <a:lnTo>
                  <a:pt x="722553" y="2006600"/>
                </a:lnTo>
                <a:lnTo>
                  <a:pt x="709866" y="2044700"/>
                </a:lnTo>
                <a:lnTo>
                  <a:pt x="710450" y="2044700"/>
                </a:lnTo>
                <a:lnTo>
                  <a:pt x="698131" y="2095500"/>
                </a:lnTo>
                <a:lnTo>
                  <a:pt x="698703" y="2095500"/>
                </a:lnTo>
                <a:lnTo>
                  <a:pt x="686752" y="2133600"/>
                </a:lnTo>
                <a:lnTo>
                  <a:pt x="687311" y="2133600"/>
                </a:lnTo>
                <a:lnTo>
                  <a:pt x="678624" y="2171700"/>
                </a:lnTo>
                <a:lnTo>
                  <a:pt x="676262" y="2171700"/>
                </a:lnTo>
                <a:lnTo>
                  <a:pt x="665048" y="2222500"/>
                </a:lnTo>
                <a:lnTo>
                  <a:pt x="665568" y="2222500"/>
                </a:lnTo>
                <a:lnTo>
                  <a:pt x="654710" y="2260600"/>
                </a:lnTo>
                <a:lnTo>
                  <a:pt x="655218" y="2260600"/>
                </a:lnTo>
                <a:lnTo>
                  <a:pt x="644740" y="2311400"/>
                </a:lnTo>
                <a:lnTo>
                  <a:pt x="645223" y="2311400"/>
                </a:lnTo>
                <a:lnTo>
                  <a:pt x="635126" y="2349500"/>
                </a:lnTo>
                <a:lnTo>
                  <a:pt x="635596" y="2349500"/>
                </a:lnTo>
                <a:lnTo>
                  <a:pt x="625868" y="2387600"/>
                </a:lnTo>
                <a:lnTo>
                  <a:pt x="626313" y="2387600"/>
                </a:lnTo>
                <a:lnTo>
                  <a:pt x="616965" y="2438400"/>
                </a:lnTo>
                <a:lnTo>
                  <a:pt x="617397" y="2438400"/>
                </a:lnTo>
                <a:lnTo>
                  <a:pt x="608418" y="2476500"/>
                </a:lnTo>
                <a:lnTo>
                  <a:pt x="608838" y="2476500"/>
                </a:lnTo>
                <a:lnTo>
                  <a:pt x="600240" y="2527300"/>
                </a:lnTo>
                <a:lnTo>
                  <a:pt x="600646" y="2527300"/>
                </a:lnTo>
                <a:lnTo>
                  <a:pt x="592429" y="2565400"/>
                </a:lnTo>
                <a:lnTo>
                  <a:pt x="592810" y="2565400"/>
                </a:lnTo>
                <a:lnTo>
                  <a:pt x="584987" y="2616200"/>
                </a:lnTo>
                <a:lnTo>
                  <a:pt x="585342" y="2616200"/>
                </a:lnTo>
                <a:lnTo>
                  <a:pt x="577900" y="2654300"/>
                </a:lnTo>
                <a:lnTo>
                  <a:pt x="578243" y="2654300"/>
                </a:lnTo>
                <a:lnTo>
                  <a:pt x="571195" y="2705100"/>
                </a:lnTo>
                <a:lnTo>
                  <a:pt x="571512" y="2705100"/>
                </a:lnTo>
                <a:lnTo>
                  <a:pt x="564845" y="2743200"/>
                </a:lnTo>
                <a:lnTo>
                  <a:pt x="565150" y="2743200"/>
                </a:lnTo>
                <a:lnTo>
                  <a:pt x="558876" y="2794000"/>
                </a:lnTo>
                <a:lnTo>
                  <a:pt x="559168" y="2794000"/>
                </a:lnTo>
                <a:lnTo>
                  <a:pt x="553288" y="2832100"/>
                </a:lnTo>
                <a:lnTo>
                  <a:pt x="553554" y="2832100"/>
                </a:lnTo>
                <a:lnTo>
                  <a:pt x="548055" y="2882900"/>
                </a:lnTo>
                <a:lnTo>
                  <a:pt x="548309" y="2882900"/>
                </a:lnTo>
                <a:lnTo>
                  <a:pt x="543217" y="2921000"/>
                </a:lnTo>
                <a:lnTo>
                  <a:pt x="543445" y="2921000"/>
                </a:lnTo>
                <a:lnTo>
                  <a:pt x="538759" y="2971800"/>
                </a:lnTo>
                <a:lnTo>
                  <a:pt x="538962" y="2971800"/>
                </a:lnTo>
                <a:lnTo>
                  <a:pt x="534669" y="3009900"/>
                </a:lnTo>
                <a:lnTo>
                  <a:pt x="534860" y="3009900"/>
                </a:lnTo>
                <a:lnTo>
                  <a:pt x="530961" y="3060700"/>
                </a:lnTo>
                <a:lnTo>
                  <a:pt x="531139" y="3060700"/>
                </a:lnTo>
                <a:lnTo>
                  <a:pt x="528520" y="3098800"/>
                </a:lnTo>
                <a:lnTo>
                  <a:pt x="527799" y="3098800"/>
                </a:lnTo>
                <a:lnTo>
                  <a:pt x="524713" y="3149600"/>
                </a:lnTo>
                <a:lnTo>
                  <a:pt x="524852" y="3149600"/>
                </a:lnTo>
                <a:lnTo>
                  <a:pt x="522287" y="3200400"/>
                </a:lnTo>
                <a:lnTo>
                  <a:pt x="520103" y="3238500"/>
                </a:lnTo>
                <a:lnTo>
                  <a:pt x="518325" y="3289300"/>
                </a:lnTo>
                <a:lnTo>
                  <a:pt x="517229" y="3327400"/>
                </a:lnTo>
                <a:lnTo>
                  <a:pt x="516928" y="3327400"/>
                </a:lnTo>
                <a:lnTo>
                  <a:pt x="515924" y="3378200"/>
                </a:lnTo>
                <a:lnTo>
                  <a:pt x="515315" y="3429000"/>
                </a:lnTo>
                <a:lnTo>
                  <a:pt x="515111" y="3467100"/>
                </a:lnTo>
                <a:lnTo>
                  <a:pt x="515302" y="3517900"/>
                </a:lnTo>
                <a:lnTo>
                  <a:pt x="515774" y="3550924"/>
                </a:lnTo>
                <a:lnTo>
                  <a:pt x="515887" y="3558821"/>
                </a:lnTo>
                <a:lnTo>
                  <a:pt x="515924" y="3568700"/>
                </a:lnTo>
                <a:lnTo>
                  <a:pt x="516131" y="3568700"/>
                </a:lnTo>
                <a:lnTo>
                  <a:pt x="516864" y="3606800"/>
                </a:lnTo>
                <a:lnTo>
                  <a:pt x="518248" y="3657600"/>
                </a:lnTo>
                <a:lnTo>
                  <a:pt x="520103" y="3708400"/>
                </a:lnTo>
                <a:lnTo>
                  <a:pt x="520553" y="3708400"/>
                </a:lnTo>
                <a:lnTo>
                  <a:pt x="522173" y="3746500"/>
                </a:lnTo>
                <a:lnTo>
                  <a:pt x="524852" y="3797300"/>
                </a:lnTo>
                <a:lnTo>
                  <a:pt x="524713" y="3797300"/>
                </a:lnTo>
                <a:lnTo>
                  <a:pt x="527799" y="3835400"/>
                </a:lnTo>
                <a:lnTo>
                  <a:pt x="527646" y="3835400"/>
                </a:lnTo>
                <a:lnTo>
                  <a:pt x="531139" y="3886200"/>
                </a:lnTo>
                <a:lnTo>
                  <a:pt x="530961" y="3886200"/>
                </a:lnTo>
                <a:lnTo>
                  <a:pt x="534860" y="3924300"/>
                </a:lnTo>
                <a:lnTo>
                  <a:pt x="534669" y="3924300"/>
                </a:lnTo>
                <a:lnTo>
                  <a:pt x="538962" y="3975100"/>
                </a:lnTo>
                <a:lnTo>
                  <a:pt x="538759" y="3975100"/>
                </a:lnTo>
                <a:lnTo>
                  <a:pt x="543445" y="4025900"/>
                </a:lnTo>
                <a:lnTo>
                  <a:pt x="544490" y="4025900"/>
                </a:lnTo>
                <a:lnTo>
                  <a:pt x="548309" y="4064000"/>
                </a:lnTo>
                <a:lnTo>
                  <a:pt x="548055" y="4064000"/>
                </a:lnTo>
                <a:lnTo>
                  <a:pt x="553554" y="4114800"/>
                </a:lnTo>
                <a:lnTo>
                  <a:pt x="554758" y="4114800"/>
                </a:lnTo>
                <a:lnTo>
                  <a:pt x="559168" y="4152900"/>
                </a:lnTo>
                <a:lnTo>
                  <a:pt x="558876" y="4152900"/>
                </a:lnTo>
                <a:lnTo>
                  <a:pt x="565150" y="4203700"/>
                </a:lnTo>
                <a:lnTo>
                  <a:pt x="566512" y="4203700"/>
                </a:lnTo>
                <a:lnTo>
                  <a:pt x="571512" y="4241800"/>
                </a:lnTo>
                <a:lnTo>
                  <a:pt x="571182" y="4241800"/>
                </a:lnTo>
                <a:lnTo>
                  <a:pt x="578243" y="4292600"/>
                </a:lnTo>
                <a:lnTo>
                  <a:pt x="579761" y="4292600"/>
                </a:lnTo>
                <a:lnTo>
                  <a:pt x="585342" y="4330700"/>
                </a:lnTo>
                <a:lnTo>
                  <a:pt x="584987" y="4330700"/>
                </a:lnTo>
                <a:lnTo>
                  <a:pt x="592810" y="4381500"/>
                </a:lnTo>
                <a:lnTo>
                  <a:pt x="594483" y="4381500"/>
                </a:lnTo>
                <a:lnTo>
                  <a:pt x="600646" y="4419600"/>
                </a:lnTo>
                <a:lnTo>
                  <a:pt x="600240" y="4419600"/>
                </a:lnTo>
                <a:lnTo>
                  <a:pt x="608838" y="4457700"/>
                </a:lnTo>
                <a:lnTo>
                  <a:pt x="608418" y="4457700"/>
                </a:lnTo>
                <a:lnTo>
                  <a:pt x="617397" y="4508500"/>
                </a:lnTo>
                <a:lnTo>
                  <a:pt x="616965" y="4508500"/>
                </a:lnTo>
                <a:lnTo>
                  <a:pt x="626313" y="4546600"/>
                </a:lnTo>
                <a:lnTo>
                  <a:pt x="625868" y="4546600"/>
                </a:lnTo>
                <a:lnTo>
                  <a:pt x="635596" y="4597400"/>
                </a:lnTo>
                <a:lnTo>
                  <a:pt x="635126" y="4597400"/>
                </a:lnTo>
                <a:lnTo>
                  <a:pt x="645223" y="4635500"/>
                </a:lnTo>
                <a:lnTo>
                  <a:pt x="644740" y="4635500"/>
                </a:lnTo>
                <a:lnTo>
                  <a:pt x="655218" y="4686300"/>
                </a:lnTo>
                <a:lnTo>
                  <a:pt x="657425" y="4686300"/>
                </a:lnTo>
                <a:lnTo>
                  <a:pt x="665568" y="4724400"/>
                </a:lnTo>
                <a:lnTo>
                  <a:pt x="665048" y="4724400"/>
                </a:lnTo>
                <a:lnTo>
                  <a:pt x="676262" y="4762500"/>
                </a:lnTo>
                <a:lnTo>
                  <a:pt x="675728" y="4762500"/>
                </a:lnTo>
                <a:lnTo>
                  <a:pt x="687311" y="4813300"/>
                </a:lnTo>
                <a:lnTo>
                  <a:pt x="689740" y="4813300"/>
                </a:lnTo>
                <a:lnTo>
                  <a:pt x="698703" y="4851400"/>
                </a:lnTo>
                <a:lnTo>
                  <a:pt x="698131" y="4851400"/>
                </a:lnTo>
                <a:lnTo>
                  <a:pt x="710450" y="4889500"/>
                </a:lnTo>
                <a:lnTo>
                  <a:pt x="709866" y="4889500"/>
                </a:lnTo>
                <a:lnTo>
                  <a:pt x="722553" y="4940300"/>
                </a:lnTo>
                <a:lnTo>
                  <a:pt x="721944" y="4940300"/>
                </a:lnTo>
                <a:lnTo>
                  <a:pt x="734987" y="4978400"/>
                </a:lnTo>
                <a:lnTo>
                  <a:pt x="734364" y="4978400"/>
                </a:lnTo>
                <a:lnTo>
                  <a:pt x="747763" y="5016500"/>
                </a:lnTo>
                <a:lnTo>
                  <a:pt x="747128" y="5016500"/>
                </a:lnTo>
                <a:lnTo>
                  <a:pt x="760882" y="5067300"/>
                </a:lnTo>
                <a:lnTo>
                  <a:pt x="763752" y="5067300"/>
                </a:lnTo>
                <a:lnTo>
                  <a:pt x="774344" y="5105400"/>
                </a:lnTo>
                <a:lnTo>
                  <a:pt x="773671" y="5105400"/>
                </a:lnTo>
                <a:lnTo>
                  <a:pt x="788149" y="5143500"/>
                </a:lnTo>
                <a:lnTo>
                  <a:pt x="787450" y="5143500"/>
                </a:lnTo>
                <a:lnTo>
                  <a:pt x="802284" y="5181600"/>
                </a:lnTo>
                <a:lnTo>
                  <a:pt x="801573" y="5181600"/>
                </a:lnTo>
                <a:lnTo>
                  <a:pt x="816749" y="5232400"/>
                </a:lnTo>
                <a:lnTo>
                  <a:pt x="819908" y="5232400"/>
                </a:lnTo>
                <a:lnTo>
                  <a:pt x="831557" y="5270500"/>
                </a:lnTo>
                <a:lnTo>
                  <a:pt x="830808" y="5270500"/>
                </a:lnTo>
                <a:lnTo>
                  <a:pt x="846683" y="5308600"/>
                </a:lnTo>
                <a:lnTo>
                  <a:pt x="845934" y="5308600"/>
                </a:lnTo>
                <a:lnTo>
                  <a:pt x="862152" y="5346700"/>
                </a:lnTo>
                <a:lnTo>
                  <a:pt x="861377" y="5346700"/>
                </a:lnTo>
                <a:lnTo>
                  <a:pt x="877951" y="5397500"/>
                </a:lnTo>
                <a:lnTo>
                  <a:pt x="881389" y="5397500"/>
                </a:lnTo>
                <a:lnTo>
                  <a:pt x="894067" y="5435600"/>
                </a:lnTo>
                <a:lnTo>
                  <a:pt x="893267" y="5435600"/>
                </a:lnTo>
                <a:lnTo>
                  <a:pt x="910513" y="5473700"/>
                </a:lnTo>
                <a:lnTo>
                  <a:pt x="909688" y="5473700"/>
                </a:lnTo>
                <a:lnTo>
                  <a:pt x="927277" y="5511800"/>
                </a:lnTo>
                <a:lnTo>
                  <a:pt x="926439" y="5511800"/>
                </a:lnTo>
                <a:lnTo>
                  <a:pt x="944371" y="5549900"/>
                </a:lnTo>
                <a:lnTo>
                  <a:pt x="943521" y="5549900"/>
                </a:lnTo>
                <a:lnTo>
                  <a:pt x="961783" y="5588000"/>
                </a:lnTo>
                <a:lnTo>
                  <a:pt x="960920" y="5588000"/>
                </a:lnTo>
                <a:lnTo>
                  <a:pt x="979512" y="5626100"/>
                </a:lnTo>
                <a:lnTo>
                  <a:pt x="978636" y="5626100"/>
                </a:lnTo>
                <a:lnTo>
                  <a:pt x="997559" y="5676900"/>
                </a:lnTo>
                <a:lnTo>
                  <a:pt x="1001487" y="5676900"/>
                </a:lnTo>
                <a:lnTo>
                  <a:pt x="1015936" y="5715000"/>
                </a:lnTo>
                <a:lnTo>
                  <a:pt x="1019917" y="5715000"/>
                </a:lnTo>
                <a:lnTo>
                  <a:pt x="1034605" y="5753100"/>
                </a:lnTo>
                <a:lnTo>
                  <a:pt x="1033678" y="5753100"/>
                </a:lnTo>
                <a:lnTo>
                  <a:pt x="1053604" y="5791200"/>
                </a:lnTo>
                <a:lnTo>
                  <a:pt x="1052652" y="5791200"/>
                </a:lnTo>
                <a:lnTo>
                  <a:pt x="1072896" y="5829300"/>
                </a:lnTo>
                <a:lnTo>
                  <a:pt x="1071943" y="5829300"/>
                </a:lnTo>
                <a:lnTo>
                  <a:pt x="1092517" y="5867400"/>
                </a:lnTo>
                <a:lnTo>
                  <a:pt x="1091539" y="5867400"/>
                </a:lnTo>
                <a:lnTo>
                  <a:pt x="1112431" y="5905500"/>
                </a:lnTo>
                <a:lnTo>
                  <a:pt x="1111440" y="5905500"/>
                </a:lnTo>
                <a:lnTo>
                  <a:pt x="1132649" y="5943600"/>
                </a:lnTo>
                <a:lnTo>
                  <a:pt x="1131646" y="5943600"/>
                </a:lnTo>
                <a:lnTo>
                  <a:pt x="1153185" y="5981700"/>
                </a:lnTo>
                <a:lnTo>
                  <a:pt x="1152169" y="5981700"/>
                </a:lnTo>
                <a:lnTo>
                  <a:pt x="1174013" y="6019800"/>
                </a:lnTo>
                <a:lnTo>
                  <a:pt x="1172984" y="6019800"/>
                </a:lnTo>
                <a:lnTo>
                  <a:pt x="1195146" y="6057900"/>
                </a:lnTo>
                <a:lnTo>
                  <a:pt x="1194104" y="6057900"/>
                </a:lnTo>
                <a:lnTo>
                  <a:pt x="1216583" y="6096000"/>
                </a:lnTo>
                <a:lnTo>
                  <a:pt x="1215517" y="6096000"/>
                </a:lnTo>
                <a:lnTo>
                  <a:pt x="1238313" y="6134100"/>
                </a:lnTo>
                <a:lnTo>
                  <a:pt x="1243009" y="6134100"/>
                </a:lnTo>
                <a:lnTo>
                  <a:pt x="1260335" y="6172200"/>
                </a:lnTo>
                <a:lnTo>
                  <a:pt x="1267049" y="6172200"/>
                </a:lnTo>
                <a:lnTo>
                  <a:pt x="1282661" y="6197600"/>
                </a:lnTo>
                <a:lnTo>
                  <a:pt x="1281557" y="6197600"/>
                </a:lnTo>
                <a:lnTo>
                  <a:pt x="1305267" y="6235700"/>
                </a:lnTo>
                <a:lnTo>
                  <a:pt x="1304150" y="6235700"/>
                </a:lnTo>
                <a:lnTo>
                  <a:pt x="1328178" y="6273800"/>
                </a:lnTo>
                <a:lnTo>
                  <a:pt x="1327048" y="6273800"/>
                </a:lnTo>
                <a:lnTo>
                  <a:pt x="1351381" y="6311900"/>
                </a:lnTo>
                <a:lnTo>
                  <a:pt x="1350225" y="6311900"/>
                </a:lnTo>
                <a:lnTo>
                  <a:pt x="1374648" y="6337300"/>
                </a:lnTo>
                <a:lnTo>
                  <a:pt x="1374648" y="6794500"/>
                </a:lnTo>
                <a:lnTo>
                  <a:pt x="1169822" y="6946900"/>
                </a:lnTo>
                <a:close/>
              </a:path>
              <a:path w="1374775" h="6946900">
                <a:moveTo>
                  <a:pt x="1327048" y="673100"/>
                </a:moveTo>
                <a:lnTo>
                  <a:pt x="1328178" y="660400"/>
                </a:lnTo>
                <a:lnTo>
                  <a:pt x="1335159" y="660400"/>
                </a:lnTo>
                <a:lnTo>
                  <a:pt x="1327048" y="673100"/>
                </a:lnTo>
                <a:close/>
              </a:path>
              <a:path w="1374775" h="6946900">
                <a:moveTo>
                  <a:pt x="943521" y="1397000"/>
                </a:moveTo>
                <a:lnTo>
                  <a:pt x="944371" y="1384300"/>
                </a:lnTo>
                <a:lnTo>
                  <a:pt x="948086" y="1384300"/>
                </a:lnTo>
                <a:lnTo>
                  <a:pt x="943521" y="1397000"/>
                </a:lnTo>
                <a:close/>
              </a:path>
              <a:path w="1374775" h="6946900">
                <a:moveTo>
                  <a:pt x="787450" y="1803400"/>
                </a:moveTo>
                <a:lnTo>
                  <a:pt x="788149" y="1790700"/>
                </a:lnTo>
                <a:lnTo>
                  <a:pt x="791159" y="1790700"/>
                </a:lnTo>
                <a:lnTo>
                  <a:pt x="787450" y="1803400"/>
                </a:lnTo>
                <a:close/>
              </a:path>
              <a:path w="1374775" h="6946900">
                <a:moveTo>
                  <a:pt x="675728" y="2184400"/>
                </a:moveTo>
                <a:lnTo>
                  <a:pt x="676262" y="2171700"/>
                </a:lnTo>
                <a:lnTo>
                  <a:pt x="678624" y="2171700"/>
                </a:lnTo>
                <a:lnTo>
                  <a:pt x="675728" y="2184400"/>
                </a:lnTo>
                <a:close/>
              </a:path>
              <a:path w="1374775" h="6946900">
                <a:moveTo>
                  <a:pt x="527646" y="3111500"/>
                </a:moveTo>
                <a:lnTo>
                  <a:pt x="527799" y="3098800"/>
                </a:lnTo>
                <a:lnTo>
                  <a:pt x="528520" y="3098800"/>
                </a:lnTo>
                <a:lnTo>
                  <a:pt x="527646" y="3111500"/>
                </a:lnTo>
                <a:close/>
              </a:path>
              <a:path w="1374775" h="6946900">
                <a:moveTo>
                  <a:pt x="516864" y="3340100"/>
                </a:moveTo>
                <a:lnTo>
                  <a:pt x="516928" y="3327400"/>
                </a:lnTo>
                <a:lnTo>
                  <a:pt x="517229" y="3327400"/>
                </a:lnTo>
                <a:lnTo>
                  <a:pt x="516864" y="3340100"/>
                </a:lnTo>
                <a:close/>
              </a:path>
              <a:path w="1374775" h="6946900">
                <a:moveTo>
                  <a:pt x="516131" y="3568700"/>
                </a:moveTo>
                <a:lnTo>
                  <a:pt x="515924" y="3568700"/>
                </a:lnTo>
                <a:lnTo>
                  <a:pt x="515912" y="3560611"/>
                </a:lnTo>
                <a:lnTo>
                  <a:pt x="516131" y="3568700"/>
                </a:lnTo>
                <a:close/>
              </a:path>
              <a:path w="1374775" h="6946900">
                <a:moveTo>
                  <a:pt x="520553" y="3708400"/>
                </a:moveTo>
                <a:lnTo>
                  <a:pt x="520103" y="3708400"/>
                </a:lnTo>
                <a:lnTo>
                  <a:pt x="520014" y="3695700"/>
                </a:lnTo>
                <a:lnTo>
                  <a:pt x="520553" y="3708400"/>
                </a:lnTo>
                <a:close/>
              </a:path>
              <a:path w="1374775" h="6946900">
                <a:moveTo>
                  <a:pt x="544490" y="4025900"/>
                </a:moveTo>
                <a:lnTo>
                  <a:pt x="543445" y="4025900"/>
                </a:lnTo>
                <a:lnTo>
                  <a:pt x="543217" y="4013200"/>
                </a:lnTo>
                <a:lnTo>
                  <a:pt x="544490" y="4025900"/>
                </a:lnTo>
                <a:close/>
              </a:path>
              <a:path w="1374775" h="6946900">
                <a:moveTo>
                  <a:pt x="554758" y="4114800"/>
                </a:moveTo>
                <a:lnTo>
                  <a:pt x="553554" y="4114800"/>
                </a:lnTo>
                <a:lnTo>
                  <a:pt x="553288" y="4102100"/>
                </a:lnTo>
                <a:lnTo>
                  <a:pt x="554758" y="4114800"/>
                </a:lnTo>
                <a:close/>
              </a:path>
              <a:path w="1374775" h="6946900">
                <a:moveTo>
                  <a:pt x="566512" y="4203700"/>
                </a:moveTo>
                <a:lnTo>
                  <a:pt x="565150" y="4203700"/>
                </a:lnTo>
                <a:lnTo>
                  <a:pt x="564845" y="4191000"/>
                </a:lnTo>
                <a:lnTo>
                  <a:pt x="566512" y="4203700"/>
                </a:lnTo>
                <a:close/>
              </a:path>
              <a:path w="1374775" h="6946900">
                <a:moveTo>
                  <a:pt x="579761" y="4292600"/>
                </a:moveTo>
                <a:lnTo>
                  <a:pt x="578243" y="4292600"/>
                </a:lnTo>
                <a:lnTo>
                  <a:pt x="577900" y="4279900"/>
                </a:lnTo>
                <a:lnTo>
                  <a:pt x="579761" y="4292600"/>
                </a:lnTo>
                <a:close/>
              </a:path>
              <a:path w="1374775" h="6946900">
                <a:moveTo>
                  <a:pt x="594483" y="4381500"/>
                </a:moveTo>
                <a:lnTo>
                  <a:pt x="592810" y="4381500"/>
                </a:lnTo>
                <a:lnTo>
                  <a:pt x="592429" y="4368800"/>
                </a:lnTo>
                <a:lnTo>
                  <a:pt x="594483" y="4381500"/>
                </a:lnTo>
                <a:close/>
              </a:path>
              <a:path w="1374775" h="6946900">
                <a:moveTo>
                  <a:pt x="657425" y="4686300"/>
                </a:moveTo>
                <a:lnTo>
                  <a:pt x="655218" y="4686300"/>
                </a:lnTo>
                <a:lnTo>
                  <a:pt x="654710" y="4673600"/>
                </a:lnTo>
                <a:lnTo>
                  <a:pt x="657425" y="4686300"/>
                </a:lnTo>
                <a:close/>
              </a:path>
              <a:path w="1374775" h="6946900">
                <a:moveTo>
                  <a:pt x="689740" y="4813300"/>
                </a:moveTo>
                <a:lnTo>
                  <a:pt x="687311" y="4813300"/>
                </a:lnTo>
                <a:lnTo>
                  <a:pt x="686752" y="4800600"/>
                </a:lnTo>
                <a:lnTo>
                  <a:pt x="689740" y="4813300"/>
                </a:lnTo>
                <a:close/>
              </a:path>
              <a:path w="1374775" h="6946900">
                <a:moveTo>
                  <a:pt x="763752" y="5067300"/>
                </a:moveTo>
                <a:lnTo>
                  <a:pt x="760882" y="5067300"/>
                </a:lnTo>
                <a:lnTo>
                  <a:pt x="760221" y="5054600"/>
                </a:lnTo>
                <a:lnTo>
                  <a:pt x="763752" y="5067300"/>
                </a:lnTo>
                <a:close/>
              </a:path>
              <a:path w="1374775" h="6946900">
                <a:moveTo>
                  <a:pt x="819908" y="5232400"/>
                </a:moveTo>
                <a:lnTo>
                  <a:pt x="816749" y="5232400"/>
                </a:lnTo>
                <a:lnTo>
                  <a:pt x="816025" y="5219700"/>
                </a:lnTo>
                <a:lnTo>
                  <a:pt x="819908" y="5232400"/>
                </a:lnTo>
                <a:close/>
              </a:path>
              <a:path w="1374775" h="6946900">
                <a:moveTo>
                  <a:pt x="881389" y="5397500"/>
                </a:moveTo>
                <a:lnTo>
                  <a:pt x="877951" y="5397500"/>
                </a:lnTo>
                <a:lnTo>
                  <a:pt x="877163" y="5384800"/>
                </a:lnTo>
                <a:lnTo>
                  <a:pt x="881389" y="5397500"/>
                </a:lnTo>
                <a:close/>
              </a:path>
              <a:path w="1374775" h="6946900">
                <a:moveTo>
                  <a:pt x="1001487" y="5676900"/>
                </a:moveTo>
                <a:lnTo>
                  <a:pt x="997559" y="5676900"/>
                </a:lnTo>
                <a:lnTo>
                  <a:pt x="996670" y="5664200"/>
                </a:lnTo>
                <a:lnTo>
                  <a:pt x="1001487" y="5676900"/>
                </a:lnTo>
                <a:close/>
              </a:path>
              <a:path w="1374775" h="6946900">
                <a:moveTo>
                  <a:pt x="1019917" y="5715000"/>
                </a:moveTo>
                <a:lnTo>
                  <a:pt x="1015936" y="5715000"/>
                </a:lnTo>
                <a:lnTo>
                  <a:pt x="1015022" y="5702300"/>
                </a:lnTo>
                <a:lnTo>
                  <a:pt x="1019917" y="5715000"/>
                </a:lnTo>
                <a:close/>
              </a:path>
              <a:path w="1374775" h="6946900">
                <a:moveTo>
                  <a:pt x="1243009" y="6134100"/>
                </a:moveTo>
                <a:lnTo>
                  <a:pt x="1238313" y="6134100"/>
                </a:lnTo>
                <a:lnTo>
                  <a:pt x="1237234" y="6121400"/>
                </a:lnTo>
                <a:lnTo>
                  <a:pt x="1243009" y="6134100"/>
                </a:lnTo>
                <a:close/>
              </a:path>
              <a:path w="1374775" h="6946900">
                <a:moveTo>
                  <a:pt x="1267049" y="6172200"/>
                </a:moveTo>
                <a:lnTo>
                  <a:pt x="1260335" y="6172200"/>
                </a:lnTo>
                <a:lnTo>
                  <a:pt x="1259243" y="6159500"/>
                </a:lnTo>
                <a:lnTo>
                  <a:pt x="1267049" y="61722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110" dirty="0"/>
              <a:t> </a:t>
            </a:r>
            <a:r>
              <a:rPr spc="-10" dirty="0"/>
              <a:t>DESCRIPTION</a:t>
            </a:r>
            <a:endParaRPr spc="-10" dirty="0"/>
          </a:p>
        </p:txBody>
      </p:sp>
      <p:sp>
        <p:nvSpPr>
          <p:cNvPr id="23" name="object 23"/>
          <p:cNvSpPr txBox="1"/>
          <p:nvPr/>
        </p:nvSpPr>
        <p:spPr>
          <a:xfrm>
            <a:off x="2282189" y="1262836"/>
            <a:ext cx="844740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 panose="020F0502020204030204"/>
                <a:cs typeface="Calibri" panose="020F0502020204030204"/>
              </a:rPr>
              <a:t>User</a:t>
            </a:r>
            <a:r>
              <a:rPr sz="2400" b="1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0" dirty="0">
                <a:latin typeface="Calibri" panose="020F0502020204030204"/>
                <a:cs typeface="Calibri" panose="020F0502020204030204"/>
              </a:rPr>
              <a:t>Authentication</a:t>
            </a:r>
            <a:r>
              <a:rPr sz="24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Module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Provides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secure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login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functionality</a:t>
            </a:r>
            <a:r>
              <a:rPr sz="24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both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Admin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Student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users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Implements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role-</a:t>
            </a:r>
            <a:r>
              <a:rPr sz="24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control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Spring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Security</a:t>
            </a:r>
            <a:r>
              <a:rPr sz="2400" spc="6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Validates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user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credentials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prevents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unauthorized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access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Ensures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secure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session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handling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authentication</a:t>
            </a:r>
            <a:r>
              <a:rPr sz="24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process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2189" y="3458032"/>
            <a:ext cx="1000061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 panose="020F0502020204030204"/>
                <a:cs typeface="Calibri" panose="020F0502020204030204"/>
              </a:rPr>
              <a:t>Event</a:t>
            </a:r>
            <a:r>
              <a:rPr sz="24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0" dirty="0">
                <a:latin typeface="Calibri" panose="020F0502020204030204"/>
                <a:cs typeface="Calibri" panose="020F0502020204030204"/>
              </a:rPr>
              <a:t>Management</a:t>
            </a:r>
            <a:r>
              <a:rPr sz="24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Module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Allows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Admin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new</a:t>
            </a:r>
            <a:r>
              <a:rPr sz="24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events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complete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details</a:t>
            </a:r>
            <a:r>
              <a:rPr sz="24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(title,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date,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description) Enables</a:t>
            </a:r>
            <a:r>
              <a:rPr sz="24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updating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modifying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existing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event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information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Supports</a:t>
            </a:r>
            <a:r>
              <a:rPr sz="24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deletion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events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canceled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or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outdated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Calibri" panose="020F0502020204030204"/>
                <a:cs typeface="Calibri" panose="020F0502020204030204"/>
              </a:rPr>
              <a:t>Maintains</a:t>
            </a:r>
            <a:r>
              <a:rPr sz="24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all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event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easy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management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2189" y="5653100"/>
            <a:ext cx="902906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 panose="020F0502020204030204"/>
                <a:cs typeface="Calibri" panose="020F0502020204030204"/>
              </a:rPr>
              <a:t>Event</a:t>
            </a:r>
            <a:r>
              <a:rPr sz="24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5" dirty="0">
                <a:latin typeface="Calibri" panose="020F0502020204030204"/>
                <a:cs typeface="Calibri" panose="020F0502020204030204"/>
              </a:rPr>
              <a:t>Registration</a:t>
            </a:r>
            <a:r>
              <a:rPr sz="24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Module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Allows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students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register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available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events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through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simple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interface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Stores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participant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details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securely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database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Helps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organizers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track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number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registrations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Simplifies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registration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process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compared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manual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methods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2189" y="7848295"/>
            <a:ext cx="7976234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 panose="020F0502020204030204"/>
                <a:cs typeface="Calibri" panose="020F0502020204030204"/>
              </a:rPr>
              <a:t>Backend</a:t>
            </a:r>
            <a:r>
              <a:rPr sz="24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Processing</a:t>
            </a:r>
            <a:r>
              <a:rPr sz="24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Module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7575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Handles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all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client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requests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Spring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Boot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controllers Processes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business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logic</a:t>
            </a:r>
            <a:r>
              <a:rPr sz="24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through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service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layer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components 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Validates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input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before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storing</a:t>
            </a:r>
            <a:r>
              <a:rPr sz="24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or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processing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Ensures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smooth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communication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frontend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database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993648"/>
                </a:moveTo>
                <a:lnTo>
                  <a:pt x="448983" y="991374"/>
                </a:lnTo>
                <a:lnTo>
                  <a:pt x="402412" y="984694"/>
                </a:lnTo>
                <a:lnTo>
                  <a:pt x="357352" y="973810"/>
                </a:lnTo>
                <a:lnTo>
                  <a:pt x="313994" y="958926"/>
                </a:lnTo>
                <a:lnTo>
                  <a:pt x="272541" y="940269"/>
                </a:lnTo>
                <a:lnTo>
                  <a:pt x="233210" y="918032"/>
                </a:lnTo>
                <a:lnTo>
                  <a:pt x="196202" y="892429"/>
                </a:lnTo>
                <a:lnTo>
                  <a:pt x="161734" y="863650"/>
                </a:lnTo>
                <a:lnTo>
                  <a:pt x="130009" y="831938"/>
                </a:lnTo>
                <a:lnTo>
                  <a:pt x="101244" y="797471"/>
                </a:lnTo>
                <a:lnTo>
                  <a:pt x="75628" y="760463"/>
                </a:lnTo>
                <a:lnTo>
                  <a:pt x="53390" y="721131"/>
                </a:lnTo>
                <a:lnTo>
                  <a:pt x="34721" y="679678"/>
                </a:lnTo>
                <a:lnTo>
                  <a:pt x="19850" y="636320"/>
                </a:lnTo>
                <a:lnTo>
                  <a:pt x="8953" y="591248"/>
                </a:lnTo>
                <a:lnTo>
                  <a:pt x="2273" y="544677"/>
                </a:lnTo>
                <a:lnTo>
                  <a:pt x="0" y="496824"/>
                </a:lnTo>
                <a:lnTo>
                  <a:pt x="2273" y="448970"/>
                </a:lnTo>
                <a:lnTo>
                  <a:pt x="8953" y="402399"/>
                </a:lnTo>
                <a:lnTo>
                  <a:pt x="19850" y="357327"/>
                </a:lnTo>
                <a:lnTo>
                  <a:pt x="34721" y="313956"/>
                </a:lnTo>
                <a:lnTo>
                  <a:pt x="53390" y="272503"/>
                </a:lnTo>
                <a:lnTo>
                  <a:pt x="75628" y="233172"/>
                </a:lnTo>
                <a:lnTo>
                  <a:pt x="101244" y="196176"/>
                </a:lnTo>
                <a:lnTo>
                  <a:pt x="130009" y="161709"/>
                </a:lnTo>
                <a:lnTo>
                  <a:pt x="161734" y="129984"/>
                </a:lnTo>
                <a:lnTo>
                  <a:pt x="196202" y="101219"/>
                </a:lnTo>
                <a:lnTo>
                  <a:pt x="233210" y="75615"/>
                </a:lnTo>
                <a:lnTo>
                  <a:pt x="272541" y="53378"/>
                </a:lnTo>
                <a:lnTo>
                  <a:pt x="313994" y="34709"/>
                </a:lnTo>
                <a:lnTo>
                  <a:pt x="357352" y="19837"/>
                </a:lnTo>
                <a:lnTo>
                  <a:pt x="402412" y="8953"/>
                </a:lnTo>
                <a:lnTo>
                  <a:pt x="448983" y="2273"/>
                </a:lnTo>
                <a:lnTo>
                  <a:pt x="496823" y="0"/>
                </a:lnTo>
                <a:lnTo>
                  <a:pt x="544677" y="2273"/>
                </a:lnTo>
                <a:lnTo>
                  <a:pt x="591248" y="8953"/>
                </a:lnTo>
                <a:lnTo>
                  <a:pt x="636320" y="19837"/>
                </a:lnTo>
                <a:lnTo>
                  <a:pt x="679678" y="34709"/>
                </a:lnTo>
                <a:lnTo>
                  <a:pt x="721131" y="53378"/>
                </a:lnTo>
                <a:lnTo>
                  <a:pt x="760463" y="75615"/>
                </a:lnTo>
                <a:lnTo>
                  <a:pt x="797471" y="101219"/>
                </a:lnTo>
                <a:lnTo>
                  <a:pt x="831938" y="129984"/>
                </a:lnTo>
                <a:lnTo>
                  <a:pt x="863650" y="161709"/>
                </a:lnTo>
                <a:lnTo>
                  <a:pt x="892429" y="196176"/>
                </a:lnTo>
                <a:lnTo>
                  <a:pt x="918032" y="233172"/>
                </a:lnTo>
                <a:lnTo>
                  <a:pt x="940269" y="272503"/>
                </a:lnTo>
                <a:lnTo>
                  <a:pt x="958926" y="313956"/>
                </a:lnTo>
                <a:lnTo>
                  <a:pt x="973810" y="357327"/>
                </a:lnTo>
                <a:lnTo>
                  <a:pt x="984694" y="402399"/>
                </a:lnTo>
                <a:lnTo>
                  <a:pt x="991374" y="448970"/>
                </a:lnTo>
                <a:lnTo>
                  <a:pt x="993648" y="496824"/>
                </a:lnTo>
                <a:lnTo>
                  <a:pt x="991374" y="544677"/>
                </a:lnTo>
                <a:lnTo>
                  <a:pt x="984694" y="591248"/>
                </a:lnTo>
                <a:lnTo>
                  <a:pt x="973810" y="636320"/>
                </a:lnTo>
                <a:lnTo>
                  <a:pt x="958926" y="679678"/>
                </a:lnTo>
                <a:lnTo>
                  <a:pt x="940269" y="721131"/>
                </a:lnTo>
                <a:lnTo>
                  <a:pt x="918032" y="760463"/>
                </a:lnTo>
                <a:lnTo>
                  <a:pt x="892429" y="797471"/>
                </a:lnTo>
                <a:lnTo>
                  <a:pt x="863650" y="831938"/>
                </a:lnTo>
                <a:lnTo>
                  <a:pt x="831938" y="863650"/>
                </a:lnTo>
                <a:lnTo>
                  <a:pt x="797471" y="892429"/>
                </a:lnTo>
                <a:lnTo>
                  <a:pt x="760463" y="918032"/>
                </a:lnTo>
                <a:lnTo>
                  <a:pt x="721131" y="940269"/>
                </a:lnTo>
                <a:lnTo>
                  <a:pt x="679678" y="958926"/>
                </a:lnTo>
                <a:lnTo>
                  <a:pt x="636320" y="973810"/>
                </a:lnTo>
                <a:lnTo>
                  <a:pt x="591248" y="984694"/>
                </a:lnTo>
                <a:lnTo>
                  <a:pt x="544677" y="991374"/>
                </a:lnTo>
                <a:lnTo>
                  <a:pt x="496823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5372" y="331320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603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5372" y="1978177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89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4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89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89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89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89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89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89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89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7"/>
                </a:lnTo>
                <a:lnTo>
                  <a:pt x="417182" y="482854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7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89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89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89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89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89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89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89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89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89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89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5372" y="3980713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3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5372" y="264568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5372" y="5315737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6" y="526046"/>
                </a:lnTo>
                <a:lnTo>
                  <a:pt x="212799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4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6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596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5372" y="4648225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5372" y="598324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5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841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5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5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5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5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5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5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5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5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5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5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5">
                <a:moveTo>
                  <a:pt x="171597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5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5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5372" y="7757185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0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60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3281" y="413169"/>
                </a:lnTo>
                <a:lnTo>
                  <a:pt x="45772" y="416852"/>
                </a:lnTo>
                <a:lnTo>
                  <a:pt x="67481" y="449973"/>
                </a:lnTo>
                <a:lnTo>
                  <a:pt x="67610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0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90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4707" y="2092579"/>
            <a:ext cx="697865" cy="605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085"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127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1397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127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1016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solidFill>
                  <a:srgbClr val="001F5F"/>
                </a:solidFill>
                <a:latin typeface="Tahoma" panose="020B0604030504040204"/>
                <a:cs typeface="Tahoma" panose="020B0604030504040204"/>
              </a:rPr>
              <a:t>8(A)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400">
              <a:latin typeface="Tahoma" panose="020B0604030504040204"/>
              <a:cs typeface="Tahoma" panose="020B0604030504040204"/>
            </a:endParaRPr>
          </a:p>
          <a:p>
            <a:pPr marR="1016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913352" y="1842782"/>
            <a:ext cx="1374775" cy="6946900"/>
          </a:xfrm>
          <a:custGeom>
            <a:avLst/>
            <a:gdLst/>
            <a:ahLst/>
            <a:cxnLst/>
            <a:rect l="l" t="t" r="r" b="b"/>
            <a:pathLst>
              <a:path w="1374775" h="6946900">
                <a:moveTo>
                  <a:pt x="1169822" y="6946900"/>
                </a:moveTo>
                <a:lnTo>
                  <a:pt x="1160716" y="6934200"/>
                </a:lnTo>
                <a:lnTo>
                  <a:pt x="1133728" y="6896100"/>
                </a:lnTo>
                <a:lnTo>
                  <a:pt x="1104544" y="6858000"/>
                </a:lnTo>
                <a:lnTo>
                  <a:pt x="1076909" y="6819900"/>
                </a:lnTo>
                <a:lnTo>
                  <a:pt x="1050798" y="6781800"/>
                </a:lnTo>
                <a:lnTo>
                  <a:pt x="1022565" y="6743700"/>
                </a:lnTo>
                <a:lnTo>
                  <a:pt x="995857" y="6705600"/>
                </a:lnTo>
                <a:lnTo>
                  <a:pt x="970622" y="6667500"/>
                </a:lnTo>
                <a:lnTo>
                  <a:pt x="943368" y="6629400"/>
                </a:lnTo>
                <a:lnTo>
                  <a:pt x="918730" y="6591300"/>
                </a:lnTo>
                <a:lnTo>
                  <a:pt x="892124" y="6553200"/>
                </a:lnTo>
                <a:lnTo>
                  <a:pt x="866990" y="6515100"/>
                </a:lnTo>
                <a:lnTo>
                  <a:pt x="842162" y="6464300"/>
                </a:lnTo>
                <a:lnTo>
                  <a:pt x="817664" y="6426200"/>
                </a:lnTo>
                <a:lnTo>
                  <a:pt x="793483" y="6388100"/>
                </a:lnTo>
                <a:lnTo>
                  <a:pt x="769632" y="6350000"/>
                </a:lnTo>
                <a:lnTo>
                  <a:pt x="746099" y="6311900"/>
                </a:lnTo>
                <a:lnTo>
                  <a:pt x="722909" y="6261100"/>
                </a:lnTo>
                <a:lnTo>
                  <a:pt x="700036" y="6223000"/>
                </a:lnTo>
                <a:lnTo>
                  <a:pt x="677506" y="6184900"/>
                </a:lnTo>
                <a:lnTo>
                  <a:pt x="656285" y="6146800"/>
                </a:lnTo>
                <a:lnTo>
                  <a:pt x="634403" y="6096000"/>
                </a:lnTo>
                <a:lnTo>
                  <a:pt x="611898" y="6057900"/>
                </a:lnTo>
                <a:lnTo>
                  <a:pt x="591654" y="6019800"/>
                </a:lnTo>
                <a:lnTo>
                  <a:pt x="569861" y="5969000"/>
                </a:lnTo>
                <a:lnTo>
                  <a:pt x="549351" y="5930900"/>
                </a:lnTo>
                <a:lnTo>
                  <a:pt x="529196" y="5880100"/>
                </a:lnTo>
                <a:lnTo>
                  <a:pt x="510260" y="5842000"/>
                </a:lnTo>
                <a:lnTo>
                  <a:pt x="489915" y="5803900"/>
                </a:lnTo>
                <a:lnTo>
                  <a:pt x="470788" y="5753100"/>
                </a:lnTo>
                <a:lnTo>
                  <a:pt x="452031" y="5715000"/>
                </a:lnTo>
                <a:lnTo>
                  <a:pt x="433616" y="5664200"/>
                </a:lnTo>
                <a:lnTo>
                  <a:pt x="415556" y="5626100"/>
                </a:lnTo>
                <a:lnTo>
                  <a:pt x="397865" y="5575300"/>
                </a:lnTo>
                <a:lnTo>
                  <a:pt x="380517" y="5537200"/>
                </a:lnTo>
                <a:lnTo>
                  <a:pt x="363537" y="5486400"/>
                </a:lnTo>
                <a:lnTo>
                  <a:pt x="347662" y="5448300"/>
                </a:lnTo>
                <a:lnTo>
                  <a:pt x="330669" y="5397500"/>
                </a:lnTo>
                <a:lnTo>
                  <a:pt x="314782" y="5359400"/>
                </a:lnTo>
                <a:lnTo>
                  <a:pt x="299262" y="5308600"/>
                </a:lnTo>
                <a:lnTo>
                  <a:pt x="284111" y="5257800"/>
                </a:lnTo>
                <a:lnTo>
                  <a:pt x="269341" y="5219700"/>
                </a:lnTo>
                <a:lnTo>
                  <a:pt x="254939" y="5168900"/>
                </a:lnTo>
                <a:lnTo>
                  <a:pt x="240906" y="5118100"/>
                </a:lnTo>
                <a:lnTo>
                  <a:pt x="227253" y="5080000"/>
                </a:lnTo>
                <a:lnTo>
                  <a:pt x="213982" y="5029200"/>
                </a:lnTo>
                <a:lnTo>
                  <a:pt x="201091" y="4978400"/>
                </a:lnTo>
                <a:lnTo>
                  <a:pt x="188582" y="4940300"/>
                </a:lnTo>
                <a:lnTo>
                  <a:pt x="176453" y="4889500"/>
                </a:lnTo>
                <a:lnTo>
                  <a:pt x="164719" y="4838700"/>
                </a:lnTo>
                <a:lnTo>
                  <a:pt x="153365" y="4800600"/>
                </a:lnTo>
                <a:lnTo>
                  <a:pt x="142887" y="4749800"/>
                </a:lnTo>
                <a:lnTo>
                  <a:pt x="131838" y="4699000"/>
                </a:lnTo>
                <a:lnTo>
                  <a:pt x="121653" y="4648200"/>
                </a:lnTo>
                <a:lnTo>
                  <a:pt x="111874" y="4610100"/>
                </a:lnTo>
                <a:lnTo>
                  <a:pt x="102488" y="4559300"/>
                </a:lnTo>
                <a:lnTo>
                  <a:pt x="93510" y="4508500"/>
                </a:lnTo>
                <a:lnTo>
                  <a:pt x="85293" y="4457700"/>
                </a:lnTo>
                <a:lnTo>
                  <a:pt x="76733" y="4406900"/>
                </a:lnTo>
                <a:lnTo>
                  <a:pt x="68961" y="4368800"/>
                </a:lnTo>
                <a:lnTo>
                  <a:pt x="61899" y="4318000"/>
                </a:lnTo>
                <a:lnTo>
                  <a:pt x="54914" y="4267200"/>
                </a:lnTo>
                <a:lnTo>
                  <a:pt x="48056" y="4216400"/>
                </a:lnTo>
                <a:lnTo>
                  <a:pt x="41909" y="4165600"/>
                </a:lnTo>
                <a:lnTo>
                  <a:pt x="36423" y="4127500"/>
                </a:lnTo>
                <a:lnTo>
                  <a:pt x="30861" y="4076700"/>
                </a:lnTo>
                <a:lnTo>
                  <a:pt x="21475" y="3975100"/>
                </a:lnTo>
                <a:lnTo>
                  <a:pt x="17576" y="3924300"/>
                </a:lnTo>
                <a:lnTo>
                  <a:pt x="13766" y="3873500"/>
                </a:lnTo>
                <a:lnTo>
                  <a:pt x="10540" y="3822700"/>
                </a:lnTo>
                <a:lnTo>
                  <a:pt x="7861" y="3771900"/>
                </a:lnTo>
                <a:lnTo>
                  <a:pt x="5473" y="3721100"/>
                </a:lnTo>
                <a:lnTo>
                  <a:pt x="3517" y="3670300"/>
                </a:lnTo>
                <a:lnTo>
                  <a:pt x="1930" y="3619500"/>
                </a:lnTo>
                <a:lnTo>
                  <a:pt x="888" y="3568700"/>
                </a:lnTo>
                <a:lnTo>
                  <a:pt x="203" y="3517900"/>
                </a:lnTo>
                <a:lnTo>
                  <a:pt x="0" y="3467100"/>
                </a:lnTo>
                <a:lnTo>
                  <a:pt x="152" y="3429000"/>
                </a:lnTo>
                <a:lnTo>
                  <a:pt x="203" y="3416300"/>
                </a:lnTo>
                <a:lnTo>
                  <a:pt x="850" y="3365500"/>
                </a:lnTo>
                <a:lnTo>
                  <a:pt x="1930" y="3314700"/>
                </a:lnTo>
                <a:lnTo>
                  <a:pt x="3441" y="3276600"/>
                </a:lnTo>
                <a:lnTo>
                  <a:pt x="5384" y="3225800"/>
                </a:lnTo>
                <a:lnTo>
                  <a:pt x="5473" y="3213100"/>
                </a:lnTo>
                <a:lnTo>
                  <a:pt x="7746" y="3175000"/>
                </a:lnTo>
                <a:lnTo>
                  <a:pt x="10540" y="3124200"/>
                </a:lnTo>
                <a:lnTo>
                  <a:pt x="13919" y="3073400"/>
                </a:lnTo>
                <a:lnTo>
                  <a:pt x="17576" y="3022600"/>
                </a:lnTo>
                <a:lnTo>
                  <a:pt x="21666" y="2971800"/>
                </a:lnTo>
                <a:lnTo>
                  <a:pt x="26161" y="2921000"/>
                </a:lnTo>
                <a:lnTo>
                  <a:pt x="31089" y="2870200"/>
                </a:lnTo>
                <a:lnTo>
                  <a:pt x="36423" y="2819400"/>
                </a:lnTo>
                <a:lnTo>
                  <a:pt x="42176" y="2768600"/>
                </a:lnTo>
                <a:lnTo>
                  <a:pt x="48056" y="2717800"/>
                </a:lnTo>
                <a:lnTo>
                  <a:pt x="54914" y="2667000"/>
                </a:lnTo>
                <a:lnTo>
                  <a:pt x="61899" y="2628900"/>
                </a:lnTo>
                <a:lnTo>
                  <a:pt x="76733" y="2527300"/>
                </a:lnTo>
                <a:lnTo>
                  <a:pt x="85293" y="2476500"/>
                </a:lnTo>
                <a:lnTo>
                  <a:pt x="93903" y="2425700"/>
                </a:lnTo>
                <a:lnTo>
                  <a:pt x="102488" y="2387600"/>
                </a:lnTo>
                <a:lnTo>
                  <a:pt x="112306" y="2336800"/>
                </a:lnTo>
                <a:lnTo>
                  <a:pt x="121653" y="2286000"/>
                </a:lnTo>
                <a:lnTo>
                  <a:pt x="132308" y="2235200"/>
                </a:lnTo>
                <a:lnTo>
                  <a:pt x="142887" y="2197100"/>
                </a:lnTo>
                <a:lnTo>
                  <a:pt x="153365" y="2146300"/>
                </a:lnTo>
                <a:lnTo>
                  <a:pt x="165239" y="2095500"/>
                </a:lnTo>
                <a:lnTo>
                  <a:pt x="176453" y="2057400"/>
                </a:lnTo>
                <a:lnTo>
                  <a:pt x="189141" y="2006600"/>
                </a:lnTo>
                <a:lnTo>
                  <a:pt x="201663" y="1955800"/>
                </a:lnTo>
                <a:lnTo>
                  <a:pt x="213982" y="1905000"/>
                </a:lnTo>
                <a:lnTo>
                  <a:pt x="227863" y="1866900"/>
                </a:lnTo>
                <a:lnTo>
                  <a:pt x="241528" y="1816100"/>
                </a:lnTo>
                <a:lnTo>
                  <a:pt x="255574" y="1765300"/>
                </a:lnTo>
                <a:lnTo>
                  <a:pt x="270001" y="1727200"/>
                </a:lnTo>
                <a:lnTo>
                  <a:pt x="284111" y="1676400"/>
                </a:lnTo>
                <a:lnTo>
                  <a:pt x="299262" y="1638300"/>
                </a:lnTo>
                <a:lnTo>
                  <a:pt x="315493" y="1587500"/>
                </a:lnTo>
                <a:lnTo>
                  <a:pt x="331393" y="1536700"/>
                </a:lnTo>
                <a:lnTo>
                  <a:pt x="347662" y="1498600"/>
                </a:lnTo>
                <a:lnTo>
                  <a:pt x="363537" y="1447800"/>
                </a:lnTo>
                <a:lnTo>
                  <a:pt x="381292" y="1409700"/>
                </a:lnTo>
                <a:lnTo>
                  <a:pt x="398653" y="1358900"/>
                </a:lnTo>
                <a:lnTo>
                  <a:pt x="415556" y="1320800"/>
                </a:lnTo>
                <a:lnTo>
                  <a:pt x="434441" y="1270000"/>
                </a:lnTo>
                <a:lnTo>
                  <a:pt x="452869" y="1231900"/>
                </a:lnTo>
                <a:lnTo>
                  <a:pt x="470788" y="1193800"/>
                </a:lnTo>
                <a:lnTo>
                  <a:pt x="490778" y="1143000"/>
                </a:lnTo>
                <a:lnTo>
                  <a:pt x="510260" y="1092200"/>
                </a:lnTo>
                <a:lnTo>
                  <a:pt x="530098" y="1054100"/>
                </a:lnTo>
                <a:lnTo>
                  <a:pt x="550265" y="1016000"/>
                </a:lnTo>
                <a:lnTo>
                  <a:pt x="570788" y="965200"/>
                </a:lnTo>
                <a:lnTo>
                  <a:pt x="591654" y="927100"/>
                </a:lnTo>
                <a:lnTo>
                  <a:pt x="611898" y="889000"/>
                </a:lnTo>
                <a:lnTo>
                  <a:pt x="634403" y="838200"/>
                </a:lnTo>
                <a:lnTo>
                  <a:pt x="656285" y="800100"/>
                </a:lnTo>
                <a:lnTo>
                  <a:pt x="677494" y="762000"/>
                </a:lnTo>
                <a:lnTo>
                  <a:pt x="701052" y="711200"/>
                </a:lnTo>
                <a:lnTo>
                  <a:pt x="723938" y="673100"/>
                </a:lnTo>
                <a:lnTo>
                  <a:pt x="747153" y="635000"/>
                </a:lnTo>
                <a:lnTo>
                  <a:pt x="770686" y="596900"/>
                </a:lnTo>
                <a:lnTo>
                  <a:pt x="794562" y="546100"/>
                </a:lnTo>
                <a:lnTo>
                  <a:pt x="817664" y="508000"/>
                </a:lnTo>
                <a:lnTo>
                  <a:pt x="843267" y="469900"/>
                </a:lnTo>
                <a:lnTo>
                  <a:pt x="868108" y="431800"/>
                </a:lnTo>
                <a:lnTo>
                  <a:pt x="893254" y="393700"/>
                </a:lnTo>
                <a:lnTo>
                  <a:pt x="918730" y="355600"/>
                </a:lnTo>
                <a:lnTo>
                  <a:pt x="944524" y="304800"/>
                </a:lnTo>
                <a:lnTo>
                  <a:pt x="970622" y="266700"/>
                </a:lnTo>
                <a:lnTo>
                  <a:pt x="997038" y="228600"/>
                </a:lnTo>
                <a:lnTo>
                  <a:pt x="1023759" y="190500"/>
                </a:lnTo>
                <a:lnTo>
                  <a:pt x="1050798" y="152400"/>
                </a:lnTo>
                <a:lnTo>
                  <a:pt x="1078141" y="114300"/>
                </a:lnTo>
                <a:lnTo>
                  <a:pt x="1104544" y="76200"/>
                </a:lnTo>
                <a:lnTo>
                  <a:pt x="1134021" y="38100"/>
                </a:lnTo>
                <a:lnTo>
                  <a:pt x="1168831" y="0"/>
                </a:lnTo>
                <a:lnTo>
                  <a:pt x="1374648" y="152400"/>
                </a:lnTo>
                <a:lnTo>
                  <a:pt x="1374648" y="584200"/>
                </a:lnTo>
                <a:lnTo>
                  <a:pt x="1373708" y="596900"/>
                </a:lnTo>
                <a:lnTo>
                  <a:pt x="1374648" y="596900"/>
                </a:lnTo>
                <a:lnTo>
                  <a:pt x="1350225" y="635000"/>
                </a:lnTo>
                <a:lnTo>
                  <a:pt x="1351381" y="635000"/>
                </a:lnTo>
                <a:lnTo>
                  <a:pt x="1335159" y="660400"/>
                </a:lnTo>
                <a:lnTo>
                  <a:pt x="1328178" y="660400"/>
                </a:lnTo>
                <a:lnTo>
                  <a:pt x="1304150" y="698500"/>
                </a:lnTo>
                <a:lnTo>
                  <a:pt x="1305267" y="698500"/>
                </a:lnTo>
                <a:lnTo>
                  <a:pt x="1281557" y="736600"/>
                </a:lnTo>
                <a:lnTo>
                  <a:pt x="1282661" y="736600"/>
                </a:lnTo>
                <a:lnTo>
                  <a:pt x="1259243" y="774700"/>
                </a:lnTo>
                <a:lnTo>
                  <a:pt x="1260335" y="774700"/>
                </a:lnTo>
                <a:lnTo>
                  <a:pt x="1237234" y="812800"/>
                </a:lnTo>
                <a:lnTo>
                  <a:pt x="1238313" y="812800"/>
                </a:lnTo>
                <a:lnTo>
                  <a:pt x="1215517" y="850900"/>
                </a:lnTo>
                <a:lnTo>
                  <a:pt x="1216583" y="850900"/>
                </a:lnTo>
                <a:lnTo>
                  <a:pt x="1194092" y="889000"/>
                </a:lnTo>
                <a:lnTo>
                  <a:pt x="1195146" y="889000"/>
                </a:lnTo>
                <a:lnTo>
                  <a:pt x="1172984" y="927100"/>
                </a:lnTo>
                <a:lnTo>
                  <a:pt x="1174013" y="927100"/>
                </a:lnTo>
                <a:lnTo>
                  <a:pt x="1152169" y="965200"/>
                </a:lnTo>
                <a:lnTo>
                  <a:pt x="1153185" y="965200"/>
                </a:lnTo>
                <a:lnTo>
                  <a:pt x="1131646" y="1003300"/>
                </a:lnTo>
                <a:lnTo>
                  <a:pt x="1132649" y="1003300"/>
                </a:lnTo>
                <a:lnTo>
                  <a:pt x="1111440" y="1041400"/>
                </a:lnTo>
                <a:lnTo>
                  <a:pt x="1112431" y="1041400"/>
                </a:lnTo>
                <a:lnTo>
                  <a:pt x="1091539" y="1079500"/>
                </a:lnTo>
                <a:lnTo>
                  <a:pt x="1092517" y="1079500"/>
                </a:lnTo>
                <a:lnTo>
                  <a:pt x="1071943" y="1117600"/>
                </a:lnTo>
                <a:lnTo>
                  <a:pt x="1072896" y="1117600"/>
                </a:lnTo>
                <a:lnTo>
                  <a:pt x="1052652" y="1155700"/>
                </a:lnTo>
                <a:lnTo>
                  <a:pt x="1053604" y="1155700"/>
                </a:lnTo>
                <a:lnTo>
                  <a:pt x="1033678" y="1193800"/>
                </a:lnTo>
                <a:lnTo>
                  <a:pt x="1034605" y="1193800"/>
                </a:lnTo>
                <a:lnTo>
                  <a:pt x="1015022" y="1231900"/>
                </a:lnTo>
                <a:lnTo>
                  <a:pt x="1015936" y="1231900"/>
                </a:lnTo>
                <a:lnTo>
                  <a:pt x="996670" y="1270000"/>
                </a:lnTo>
                <a:lnTo>
                  <a:pt x="997572" y="1270000"/>
                </a:lnTo>
                <a:lnTo>
                  <a:pt x="978636" y="1308100"/>
                </a:lnTo>
                <a:lnTo>
                  <a:pt x="979512" y="1308100"/>
                </a:lnTo>
                <a:lnTo>
                  <a:pt x="960920" y="1346200"/>
                </a:lnTo>
                <a:lnTo>
                  <a:pt x="961783" y="1346200"/>
                </a:lnTo>
                <a:lnTo>
                  <a:pt x="948086" y="1384300"/>
                </a:lnTo>
                <a:lnTo>
                  <a:pt x="944371" y="1384300"/>
                </a:lnTo>
                <a:lnTo>
                  <a:pt x="926439" y="1435100"/>
                </a:lnTo>
                <a:lnTo>
                  <a:pt x="927277" y="1435100"/>
                </a:lnTo>
                <a:lnTo>
                  <a:pt x="909688" y="1473200"/>
                </a:lnTo>
                <a:lnTo>
                  <a:pt x="910513" y="1473200"/>
                </a:lnTo>
                <a:lnTo>
                  <a:pt x="893267" y="1511300"/>
                </a:lnTo>
                <a:lnTo>
                  <a:pt x="894067" y="1511300"/>
                </a:lnTo>
                <a:lnTo>
                  <a:pt x="877163" y="1549400"/>
                </a:lnTo>
                <a:lnTo>
                  <a:pt x="877951" y="1549400"/>
                </a:lnTo>
                <a:lnTo>
                  <a:pt x="861377" y="1587500"/>
                </a:lnTo>
                <a:lnTo>
                  <a:pt x="862152" y="1587500"/>
                </a:lnTo>
                <a:lnTo>
                  <a:pt x="845934" y="1638300"/>
                </a:lnTo>
                <a:lnTo>
                  <a:pt x="846683" y="1638300"/>
                </a:lnTo>
                <a:lnTo>
                  <a:pt x="830808" y="1676400"/>
                </a:lnTo>
                <a:lnTo>
                  <a:pt x="831557" y="1676400"/>
                </a:lnTo>
                <a:lnTo>
                  <a:pt x="816025" y="1714500"/>
                </a:lnTo>
                <a:lnTo>
                  <a:pt x="816749" y="1714500"/>
                </a:lnTo>
                <a:lnTo>
                  <a:pt x="801573" y="1752600"/>
                </a:lnTo>
                <a:lnTo>
                  <a:pt x="802284" y="1752600"/>
                </a:lnTo>
                <a:lnTo>
                  <a:pt x="791159" y="1790700"/>
                </a:lnTo>
                <a:lnTo>
                  <a:pt x="788149" y="1790700"/>
                </a:lnTo>
                <a:lnTo>
                  <a:pt x="773671" y="1841500"/>
                </a:lnTo>
                <a:lnTo>
                  <a:pt x="774344" y="1841500"/>
                </a:lnTo>
                <a:lnTo>
                  <a:pt x="760221" y="1879600"/>
                </a:lnTo>
                <a:lnTo>
                  <a:pt x="760882" y="1879600"/>
                </a:lnTo>
                <a:lnTo>
                  <a:pt x="747128" y="1917700"/>
                </a:lnTo>
                <a:lnTo>
                  <a:pt x="747763" y="1917700"/>
                </a:lnTo>
                <a:lnTo>
                  <a:pt x="734364" y="1968500"/>
                </a:lnTo>
                <a:lnTo>
                  <a:pt x="734987" y="1968500"/>
                </a:lnTo>
                <a:lnTo>
                  <a:pt x="721944" y="2006600"/>
                </a:lnTo>
                <a:lnTo>
                  <a:pt x="722553" y="2006600"/>
                </a:lnTo>
                <a:lnTo>
                  <a:pt x="709866" y="2044700"/>
                </a:lnTo>
                <a:lnTo>
                  <a:pt x="710450" y="2044700"/>
                </a:lnTo>
                <a:lnTo>
                  <a:pt x="698131" y="2095500"/>
                </a:lnTo>
                <a:lnTo>
                  <a:pt x="698703" y="2095500"/>
                </a:lnTo>
                <a:lnTo>
                  <a:pt x="686752" y="2133600"/>
                </a:lnTo>
                <a:lnTo>
                  <a:pt x="687311" y="2133600"/>
                </a:lnTo>
                <a:lnTo>
                  <a:pt x="678624" y="2171700"/>
                </a:lnTo>
                <a:lnTo>
                  <a:pt x="676262" y="2171700"/>
                </a:lnTo>
                <a:lnTo>
                  <a:pt x="665048" y="2222500"/>
                </a:lnTo>
                <a:lnTo>
                  <a:pt x="665568" y="2222500"/>
                </a:lnTo>
                <a:lnTo>
                  <a:pt x="654710" y="2260600"/>
                </a:lnTo>
                <a:lnTo>
                  <a:pt x="655218" y="2260600"/>
                </a:lnTo>
                <a:lnTo>
                  <a:pt x="644740" y="2311400"/>
                </a:lnTo>
                <a:lnTo>
                  <a:pt x="645223" y="2311400"/>
                </a:lnTo>
                <a:lnTo>
                  <a:pt x="635126" y="2349500"/>
                </a:lnTo>
                <a:lnTo>
                  <a:pt x="635596" y="2349500"/>
                </a:lnTo>
                <a:lnTo>
                  <a:pt x="625868" y="2387600"/>
                </a:lnTo>
                <a:lnTo>
                  <a:pt x="626313" y="2387600"/>
                </a:lnTo>
                <a:lnTo>
                  <a:pt x="616965" y="2438400"/>
                </a:lnTo>
                <a:lnTo>
                  <a:pt x="617397" y="2438400"/>
                </a:lnTo>
                <a:lnTo>
                  <a:pt x="608418" y="2476500"/>
                </a:lnTo>
                <a:lnTo>
                  <a:pt x="608838" y="2476500"/>
                </a:lnTo>
                <a:lnTo>
                  <a:pt x="600240" y="2527300"/>
                </a:lnTo>
                <a:lnTo>
                  <a:pt x="600646" y="2527300"/>
                </a:lnTo>
                <a:lnTo>
                  <a:pt x="592429" y="2565400"/>
                </a:lnTo>
                <a:lnTo>
                  <a:pt x="592810" y="2565400"/>
                </a:lnTo>
                <a:lnTo>
                  <a:pt x="584987" y="2616200"/>
                </a:lnTo>
                <a:lnTo>
                  <a:pt x="585342" y="2616200"/>
                </a:lnTo>
                <a:lnTo>
                  <a:pt x="577900" y="2654300"/>
                </a:lnTo>
                <a:lnTo>
                  <a:pt x="578243" y="2654300"/>
                </a:lnTo>
                <a:lnTo>
                  <a:pt x="571195" y="2705100"/>
                </a:lnTo>
                <a:lnTo>
                  <a:pt x="571512" y="2705100"/>
                </a:lnTo>
                <a:lnTo>
                  <a:pt x="564845" y="2743200"/>
                </a:lnTo>
                <a:lnTo>
                  <a:pt x="565150" y="2743200"/>
                </a:lnTo>
                <a:lnTo>
                  <a:pt x="558876" y="2794000"/>
                </a:lnTo>
                <a:lnTo>
                  <a:pt x="559168" y="2794000"/>
                </a:lnTo>
                <a:lnTo>
                  <a:pt x="553288" y="2832100"/>
                </a:lnTo>
                <a:lnTo>
                  <a:pt x="553554" y="2832100"/>
                </a:lnTo>
                <a:lnTo>
                  <a:pt x="548055" y="2882900"/>
                </a:lnTo>
                <a:lnTo>
                  <a:pt x="548309" y="2882900"/>
                </a:lnTo>
                <a:lnTo>
                  <a:pt x="543217" y="2921000"/>
                </a:lnTo>
                <a:lnTo>
                  <a:pt x="543445" y="2921000"/>
                </a:lnTo>
                <a:lnTo>
                  <a:pt x="538759" y="2971800"/>
                </a:lnTo>
                <a:lnTo>
                  <a:pt x="538962" y="2971800"/>
                </a:lnTo>
                <a:lnTo>
                  <a:pt x="534669" y="3009900"/>
                </a:lnTo>
                <a:lnTo>
                  <a:pt x="534860" y="3009900"/>
                </a:lnTo>
                <a:lnTo>
                  <a:pt x="530961" y="3060700"/>
                </a:lnTo>
                <a:lnTo>
                  <a:pt x="531139" y="3060700"/>
                </a:lnTo>
                <a:lnTo>
                  <a:pt x="528520" y="3098800"/>
                </a:lnTo>
                <a:lnTo>
                  <a:pt x="527799" y="3098800"/>
                </a:lnTo>
                <a:lnTo>
                  <a:pt x="524713" y="3149600"/>
                </a:lnTo>
                <a:lnTo>
                  <a:pt x="524852" y="3149600"/>
                </a:lnTo>
                <a:lnTo>
                  <a:pt x="522287" y="3200400"/>
                </a:lnTo>
                <a:lnTo>
                  <a:pt x="520103" y="3238500"/>
                </a:lnTo>
                <a:lnTo>
                  <a:pt x="518325" y="3289300"/>
                </a:lnTo>
                <a:lnTo>
                  <a:pt x="517229" y="3327400"/>
                </a:lnTo>
                <a:lnTo>
                  <a:pt x="516928" y="3327400"/>
                </a:lnTo>
                <a:lnTo>
                  <a:pt x="515924" y="3378200"/>
                </a:lnTo>
                <a:lnTo>
                  <a:pt x="515315" y="3429000"/>
                </a:lnTo>
                <a:lnTo>
                  <a:pt x="515111" y="3467100"/>
                </a:lnTo>
                <a:lnTo>
                  <a:pt x="515302" y="3517900"/>
                </a:lnTo>
                <a:lnTo>
                  <a:pt x="515774" y="3550924"/>
                </a:lnTo>
                <a:lnTo>
                  <a:pt x="515887" y="3558821"/>
                </a:lnTo>
                <a:lnTo>
                  <a:pt x="515924" y="3568700"/>
                </a:lnTo>
                <a:lnTo>
                  <a:pt x="516131" y="3568700"/>
                </a:lnTo>
                <a:lnTo>
                  <a:pt x="516864" y="3606800"/>
                </a:lnTo>
                <a:lnTo>
                  <a:pt x="518248" y="3657600"/>
                </a:lnTo>
                <a:lnTo>
                  <a:pt x="520103" y="3708400"/>
                </a:lnTo>
                <a:lnTo>
                  <a:pt x="520553" y="3708400"/>
                </a:lnTo>
                <a:lnTo>
                  <a:pt x="522173" y="3746500"/>
                </a:lnTo>
                <a:lnTo>
                  <a:pt x="524852" y="3797300"/>
                </a:lnTo>
                <a:lnTo>
                  <a:pt x="524713" y="3797300"/>
                </a:lnTo>
                <a:lnTo>
                  <a:pt x="527799" y="3835400"/>
                </a:lnTo>
                <a:lnTo>
                  <a:pt x="527646" y="3835400"/>
                </a:lnTo>
                <a:lnTo>
                  <a:pt x="531139" y="3886200"/>
                </a:lnTo>
                <a:lnTo>
                  <a:pt x="530961" y="3886200"/>
                </a:lnTo>
                <a:lnTo>
                  <a:pt x="534860" y="3924300"/>
                </a:lnTo>
                <a:lnTo>
                  <a:pt x="534669" y="3924300"/>
                </a:lnTo>
                <a:lnTo>
                  <a:pt x="538962" y="3975100"/>
                </a:lnTo>
                <a:lnTo>
                  <a:pt x="538759" y="3975100"/>
                </a:lnTo>
                <a:lnTo>
                  <a:pt x="543445" y="4025900"/>
                </a:lnTo>
                <a:lnTo>
                  <a:pt x="544490" y="4025900"/>
                </a:lnTo>
                <a:lnTo>
                  <a:pt x="548309" y="4064000"/>
                </a:lnTo>
                <a:lnTo>
                  <a:pt x="548055" y="4064000"/>
                </a:lnTo>
                <a:lnTo>
                  <a:pt x="553554" y="4114800"/>
                </a:lnTo>
                <a:lnTo>
                  <a:pt x="554758" y="4114800"/>
                </a:lnTo>
                <a:lnTo>
                  <a:pt x="559168" y="4152900"/>
                </a:lnTo>
                <a:lnTo>
                  <a:pt x="558876" y="4152900"/>
                </a:lnTo>
                <a:lnTo>
                  <a:pt x="565150" y="4203700"/>
                </a:lnTo>
                <a:lnTo>
                  <a:pt x="566512" y="4203700"/>
                </a:lnTo>
                <a:lnTo>
                  <a:pt x="571512" y="4241800"/>
                </a:lnTo>
                <a:lnTo>
                  <a:pt x="571182" y="4241800"/>
                </a:lnTo>
                <a:lnTo>
                  <a:pt x="578243" y="4292600"/>
                </a:lnTo>
                <a:lnTo>
                  <a:pt x="579761" y="4292600"/>
                </a:lnTo>
                <a:lnTo>
                  <a:pt x="585342" y="4330700"/>
                </a:lnTo>
                <a:lnTo>
                  <a:pt x="584987" y="4330700"/>
                </a:lnTo>
                <a:lnTo>
                  <a:pt x="592810" y="4381500"/>
                </a:lnTo>
                <a:lnTo>
                  <a:pt x="594483" y="4381500"/>
                </a:lnTo>
                <a:lnTo>
                  <a:pt x="600646" y="4419600"/>
                </a:lnTo>
                <a:lnTo>
                  <a:pt x="600240" y="4419600"/>
                </a:lnTo>
                <a:lnTo>
                  <a:pt x="608838" y="4457700"/>
                </a:lnTo>
                <a:lnTo>
                  <a:pt x="608418" y="4457700"/>
                </a:lnTo>
                <a:lnTo>
                  <a:pt x="617397" y="4508500"/>
                </a:lnTo>
                <a:lnTo>
                  <a:pt x="616965" y="4508500"/>
                </a:lnTo>
                <a:lnTo>
                  <a:pt x="626313" y="4546600"/>
                </a:lnTo>
                <a:lnTo>
                  <a:pt x="625868" y="4546600"/>
                </a:lnTo>
                <a:lnTo>
                  <a:pt x="635596" y="4597400"/>
                </a:lnTo>
                <a:lnTo>
                  <a:pt x="635126" y="4597400"/>
                </a:lnTo>
                <a:lnTo>
                  <a:pt x="645223" y="4635500"/>
                </a:lnTo>
                <a:lnTo>
                  <a:pt x="644740" y="4635500"/>
                </a:lnTo>
                <a:lnTo>
                  <a:pt x="655218" y="4686300"/>
                </a:lnTo>
                <a:lnTo>
                  <a:pt x="657425" y="4686300"/>
                </a:lnTo>
                <a:lnTo>
                  <a:pt x="665568" y="4724400"/>
                </a:lnTo>
                <a:lnTo>
                  <a:pt x="665048" y="4724400"/>
                </a:lnTo>
                <a:lnTo>
                  <a:pt x="676262" y="4762500"/>
                </a:lnTo>
                <a:lnTo>
                  <a:pt x="675728" y="4762500"/>
                </a:lnTo>
                <a:lnTo>
                  <a:pt x="687311" y="4813300"/>
                </a:lnTo>
                <a:lnTo>
                  <a:pt x="689740" y="4813300"/>
                </a:lnTo>
                <a:lnTo>
                  <a:pt x="698703" y="4851400"/>
                </a:lnTo>
                <a:lnTo>
                  <a:pt x="698131" y="4851400"/>
                </a:lnTo>
                <a:lnTo>
                  <a:pt x="710450" y="4889500"/>
                </a:lnTo>
                <a:lnTo>
                  <a:pt x="709866" y="4889500"/>
                </a:lnTo>
                <a:lnTo>
                  <a:pt x="722553" y="4940300"/>
                </a:lnTo>
                <a:lnTo>
                  <a:pt x="721944" y="4940300"/>
                </a:lnTo>
                <a:lnTo>
                  <a:pt x="734987" y="4978400"/>
                </a:lnTo>
                <a:lnTo>
                  <a:pt x="734364" y="4978400"/>
                </a:lnTo>
                <a:lnTo>
                  <a:pt x="747763" y="5016500"/>
                </a:lnTo>
                <a:lnTo>
                  <a:pt x="747128" y="5016500"/>
                </a:lnTo>
                <a:lnTo>
                  <a:pt x="760882" y="5067300"/>
                </a:lnTo>
                <a:lnTo>
                  <a:pt x="763752" y="5067300"/>
                </a:lnTo>
                <a:lnTo>
                  <a:pt x="774344" y="5105400"/>
                </a:lnTo>
                <a:lnTo>
                  <a:pt x="773671" y="5105400"/>
                </a:lnTo>
                <a:lnTo>
                  <a:pt x="788149" y="5143500"/>
                </a:lnTo>
                <a:lnTo>
                  <a:pt x="787450" y="5143500"/>
                </a:lnTo>
                <a:lnTo>
                  <a:pt x="802284" y="5181600"/>
                </a:lnTo>
                <a:lnTo>
                  <a:pt x="801573" y="5181600"/>
                </a:lnTo>
                <a:lnTo>
                  <a:pt x="816749" y="5232400"/>
                </a:lnTo>
                <a:lnTo>
                  <a:pt x="819908" y="5232400"/>
                </a:lnTo>
                <a:lnTo>
                  <a:pt x="831557" y="5270500"/>
                </a:lnTo>
                <a:lnTo>
                  <a:pt x="830808" y="5270500"/>
                </a:lnTo>
                <a:lnTo>
                  <a:pt x="846683" y="5308600"/>
                </a:lnTo>
                <a:lnTo>
                  <a:pt x="845934" y="5308600"/>
                </a:lnTo>
                <a:lnTo>
                  <a:pt x="862152" y="5346700"/>
                </a:lnTo>
                <a:lnTo>
                  <a:pt x="861377" y="5346700"/>
                </a:lnTo>
                <a:lnTo>
                  <a:pt x="877951" y="5397500"/>
                </a:lnTo>
                <a:lnTo>
                  <a:pt x="881389" y="5397500"/>
                </a:lnTo>
                <a:lnTo>
                  <a:pt x="894067" y="5435600"/>
                </a:lnTo>
                <a:lnTo>
                  <a:pt x="893267" y="5435600"/>
                </a:lnTo>
                <a:lnTo>
                  <a:pt x="910513" y="5473700"/>
                </a:lnTo>
                <a:lnTo>
                  <a:pt x="909688" y="5473700"/>
                </a:lnTo>
                <a:lnTo>
                  <a:pt x="927277" y="5511800"/>
                </a:lnTo>
                <a:lnTo>
                  <a:pt x="926439" y="5511800"/>
                </a:lnTo>
                <a:lnTo>
                  <a:pt x="944371" y="5549900"/>
                </a:lnTo>
                <a:lnTo>
                  <a:pt x="943521" y="5549900"/>
                </a:lnTo>
                <a:lnTo>
                  <a:pt x="961783" y="5588000"/>
                </a:lnTo>
                <a:lnTo>
                  <a:pt x="960920" y="5588000"/>
                </a:lnTo>
                <a:lnTo>
                  <a:pt x="979512" y="5626100"/>
                </a:lnTo>
                <a:lnTo>
                  <a:pt x="978636" y="5626100"/>
                </a:lnTo>
                <a:lnTo>
                  <a:pt x="997559" y="5676900"/>
                </a:lnTo>
                <a:lnTo>
                  <a:pt x="1001487" y="5676900"/>
                </a:lnTo>
                <a:lnTo>
                  <a:pt x="1015936" y="5715000"/>
                </a:lnTo>
                <a:lnTo>
                  <a:pt x="1019917" y="5715000"/>
                </a:lnTo>
                <a:lnTo>
                  <a:pt x="1034605" y="5753100"/>
                </a:lnTo>
                <a:lnTo>
                  <a:pt x="1033678" y="5753100"/>
                </a:lnTo>
                <a:lnTo>
                  <a:pt x="1053604" y="5791200"/>
                </a:lnTo>
                <a:lnTo>
                  <a:pt x="1052652" y="5791200"/>
                </a:lnTo>
                <a:lnTo>
                  <a:pt x="1072896" y="5829300"/>
                </a:lnTo>
                <a:lnTo>
                  <a:pt x="1071943" y="5829300"/>
                </a:lnTo>
                <a:lnTo>
                  <a:pt x="1092517" y="5867400"/>
                </a:lnTo>
                <a:lnTo>
                  <a:pt x="1091539" y="5867400"/>
                </a:lnTo>
                <a:lnTo>
                  <a:pt x="1112431" y="5905500"/>
                </a:lnTo>
                <a:lnTo>
                  <a:pt x="1111440" y="5905500"/>
                </a:lnTo>
                <a:lnTo>
                  <a:pt x="1132649" y="5943600"/>
                </a:lnTo>
                <a:lnTo>
                  <a:pt x="1131646" y="5943600"/>
                </a:lnTo>
                <a:lnTo>
                  <a:pt x="1153185" y="5981700"/>
                </a:lnTo>
                <a:lnTo>
                  <a:pt x="1152169" y="5981700"/>
                </a:lnTo>
                <a:lnTo>
                  <a:pt x="1174013" y="6019800"/>
                </a:lnTo>
                <a:lnTo>
                  <a:pt x="1172984" y="6019800"/>
                </a:lnTo>
                <a:lnTo>
                  <a:pt x="1195146" y="6057900"/>
                </a:lnTo>
                <a:lnTo>
                  <a:pt x="1194104" y="6057900"/>
                </a:lnTo>
                <a:lnTo>
                  <a:pt x="1216583" y="6096000"/>
                </a:lnTo>
                <a:lnTo>
                  <a:pt x="1215517" y="6096000"/>
                </a:lnTo>
                <a:lnTo>
                  <a:pt x="1238313" y="6134100"/>
                </a:lnTo>
                <a:lnTo>
                  <a:pt x="1243009" y="6134100"/>
                </a:lnTo>
                <a:lnTo>
                  <a:pt x="1260335" y="6172200"/>
                </a:lnTo>
                <a:lnTo>
                  <a:pt x="1267049" y="6172200"/>
                </a:lnTo>
                <a:lnTo>
                  <a:pt x="1282661" y="6197600"/>
                </a:lnTo>
                <a:lnTo>
                  <a:pt x="1281557" y="6197600"/>
                </a:lnTo>
                <a:lnTo>
                  <a:pt x="1305267" y="6235700"/>
                </a:lnTo>
                <a:lnTo>
                  <a:pt x="1304150" y="6235700"/>
                </a:lnTo>
                <a:lnTo>
                  <a:pt x="1328178" y="6273800"/>
                </a:lnTo>
                <a:lnTo>
                  <a:pt x="1327048" y="6273800"/>
                </a:lnTo>
                <a:lnTo>
                  <a:pt x="1351381" y="6311900"/>
                </a:lnTo>
                <a:lnTo>
                  <a:pt x="1350225" y="6311900"/>
                </a:lnTo>
                <a:lnTo>
                  <a:pt x="1374648" y="6337300"/>
                </a:lnTo>
                <a:lnTo>
                  <a:pt x="1374648" y="6794500"/>
                </a:lnTo>
                <a:lnTo>
                  <a:pt x="1169822" y="6946900"/>
                </a:lnTo>
                <a:close/>
              </a:path>
              <a:path w="1374775" h="6946900">
                <a:moveTo>
                  <a:pt x="1327048" y="673100"/>
                </a:moveTo>
                <a:lnTo>
                  <a:pt x="1328178" y="660400"/>
                </a:lnTo>
                <a:lnTo>
                  <a:pt x="1335159" y="660400"/>
                </a:lnTo>
                <a:lnTo>
                  <a:pt x="1327048" y="673100"/>
                </a:lnTo>
                <a:close/>
              </a:path>
              <a:path w="1374775" h="6946900">
                <a:moveTo>
                  <a:pt x="943521" y="1397000"/>
                </a:moveTo>
                <a:lnTo>
                  <a:pt x="944371" y="1384300"/>
                </a:lnTo>
                <a:lnTo>
                  <a:pt x="948086" y="1384300"/>
                </a:lnTo>
                <a:lnTo>
                  <a:pt x="943521" y="1397000"/>
                </a:lnTo>
                <a:close/>
              </a:path>
              <a:path w="1374775" h="6946900">
                <a:moveTo>
                  <a:pt x="787450" y="1803400"/>
                </a:moveTo>
                <a:lnTo>
                  <a:pt x="788149" y="1790700"/>
                </a:lnTo>
                <a:lnTo>
                  <a:pt x="791159" y="1790700"/>
                </a:lnTo>
                <a:lnTo>
                  <a:pt x="787450" y="1803400"/>
                </a:lnTo>
                <a:close/>
              </a:path>
              <a:path w="1374775" h="6946900">
                <a:moveTo>
                  <a:pt x="675728" y="2184400"/>
                </a:moveTo>
                <a:lnTo>
                  <a:pt x="676262" y="2171700"/>
                </a:lnTo>
                <a:lnTo>
                  <a:pt x="678624" y="2171700"/>
                </a:lnTo>
                <a:lnTo>
                  <a:pt x="675728" y="2184400"/>
                </a:lnTo>
                <a:close/>
              </a:path>
              <a:path w="1374775" h="6946900">
                <a:moveTo>
                  <a:pt x="527646" y="3111500"/>
                </a:moveTo>
                <a:lnTo>
                  <a:pt x="527799" y="3098800"/>
                </a:lnTo>
                <a:lnTo>
                  <a:pt x="528520" y="3098800"/>
                </a:lnTo>
                <a:lnTo>
                  <a:pt x="527646" y="3111500"/>
                </a:lnTo>
                <a:close/>
              </a:path>
              <a:path w="1374775" h="6946900">
                <a:moveTo>
                  <a:pt x="516864" y="3340100"/>
                </a:moveTo>
                <a:lnTo>
                  <a:pt x="516928" y="3327400"/>
                </a:lnTo>
                <a:lnTo>
                  <a:pt x="517229" y="3327400"/>
                </a:lnTo>
                <a:lnTo>
                  <a:pt x="516864" y="3340100"/>
                </a:lnTo>
                <a:close/>
              </a:path>
              <a:path w="1374775" h="6946900">
                <a:moveTo>
                  <a:pt x="516131" y="3568700"/>
                </a:moveTo>
                <a:lnTo>
                  <a:pt x="515924" y="3568700"/>
                </a:lnTo>
                <a:lnTo>
                  <a:pt x="515912" y="3560611"/>
                </a:lnTo>
                <a:lnTo>
                  <a:pt x="516131" y="3568700"/>
                </a:lnTo>
                <a:close/>
              </a:path>
              <a:path w="1374775" h="6946900">
                <a:moveTo>
                  <a:pt x="520553" y="3708400"/>
                </a:moveTo>
                <a:lnTo>
                  <a:pt x="520103" y="3708400"/>
                </a:lnTo>
                <a:lnTo>
                  <a:pt x="520014" y="3695700"/>
                </a:lnTo>
                <a:lnTo>
                  <a:pt x="520553" y="3708400"/>
                </a:lnTo>
                <a:close/>
              </a:path>
              <a:path w="1374775" h="6946900">
                <a:moveTo>
                  <a:pt x="544490" y="4025900"/>
                </a:moveTo>
                <a:lnTo>
                  <a:pt x="543445" y="4025900"/>
                </a:lnTo>
                <a:lnTo>
                  <a:pt x="543217" y="4013200"/>
                </a:lnTo>
                <a:lnTo>
                  <a:pt x="544490" y="4025900"/>
                </a:lnTo>
                <a:close/>
              </a:path>
              <a:path w="1374775" h="6946900">
                <a:moveTo>
                  <a:pt x="554758" y="4114800"/>
                </a:moveTo>
                <a:lnTo>
                  <a:pt x="553554" y="4114800"/>
                </a:lnTo>
                <a:lnTo>
                  <a:pt x="553288" y="4102100"/>
                </a:lnTo>
                <a:lnTo>
                  <a:pt x="554758" y="4114800"/>
                </a:lnTo>
                <a:close/>
              </a:path>
              <a:path w="1374775" h="6946900">
                <a:moveTo>
                  <a:pt x="566512" y="4203700"/>
                </a:moveTo>
                <a:lnTo>
                  <a:pt x="565150" y="4203700"/>
                </a:lnTo>
                <a:lnTo>
                  <a:pt x="564845" y="4191000"/>
                </a:lnTo>
                <a:lnTo>
                  <a:pt x="566512" y="4203700"/>
                </a:lnTo>
                <a:close/>
              </a:path>
              <a:path w="1374775" h="6946900">
                <a:moveTo>
                  <a:pt x="579761" y="4292600"/>
                </a:moveTo>
                <a:lnTo>
                  <a:pt x="578243" y="4292600"/>
                </a:lnTo>
                <a:lnTo>
                  <a:pt x="577900" y="4279900"/>
                </a:lnTo>
                <a:lnTo>
                  <a:pt x="579761" y="4292600"/>
                </a:lnTo>
                <a:close/>
              </a:path>
              <a:path w="1374775" h="6946900">
                <a:moveTo>
                  <a:pt x="594483" y="4381500"/>
                </a:moveTo>
                <a:lnTo>
                  <a:pt x="592810" y="4381500"/>
                </a:lnTo>
                <a:lnTo>
                  <a:pt x="592429" y="4368800"/>
                </a:lnTo>
                <a:lnTo>
                  <a:pt x="594483" y="4381500"/>
                </a:lnTo>
                <a:close/>
              </a:path>
              <a:path w="1374775" h="6946900">
                <a:moveTo>
                  <a:pt x="657425" y="4686300"/>
                </a:moveTo>
                <a:lnTo>
                  <a:pt x="655218" y="4686300"/>
                </a:lnTo>
                <a:lnTo>
                  <a:pt x="654710" y="4673600"/>
                </a:lnTo>
                <a:lnTo>
                  <a:pt x="657425" y="4686300"/>
                </a:lnTo>
                <a:close/>
              </a:path>
              <a:path w="1374775" h="6946900">
                <a:moveTo>
                  <a:pt x="689740" y="4813300"/>
                </a:moveTo>
                <a:lnTo>
                  <a:pt x="687311" y="4813300"/>
                </a:lnTo>
                <a:lnTo>
                  <a:pt x="686752" y="4800600"/>
                </a:lnTo>
                <a:lnTo>
                  <a:pt x="689740" y="4813300"/>
                </a:lnTo>
                <a:close/>
              </a:path>
              <a:path w="1374775" h="6946900">
                <a:moveTo>
                  <a:pt x="763752" y="5067300"/>
                </a:moveTo>
                <a:lnTo>
                  <a:pt x="760882" y="5067300"/>
                </a:lnTo>
                <a:lnTo>
                  <a:pt x="760221" y="5054600"/>
                </a:lnTo>
                <a:lnTo>
                  <a:pt x="763752" y="5067300"/>
                </a:lnTo>
                <a:close/>
              </a:path>
              <a:path w="1374775" h="6946900">
                <a:moveTo>
                  <a:pt x="819908" y="5232400"/>
                </a:moveTo>
                <a:lnTo>
                  <a:pt x="816749" y="5232400"/>
                </a:lnTo>
                <a:lnTo>
                  <a:pt x="816025" y="5219700"/>
                </a:lnTo>
                <a:lnTo>
                  <a:pt x="819908" y="5232400"/>
                </a:lnTo>
                <a:close/>
              </a:path>
              <a:path w="1374775" h="6946900">
                <a:moveTo>
                  <a:pt x="881389" y="5397500"/>
                </a:moveTo>
                <a:lnTo>
                  <a:pt x="877951" y="5397500"/>
                </a:lnTo>
                <a:lnTo>
                  <a:pt x="877163" y="5384800"/>
                </a:lnTo>
                <a:lnTo>
                  <a:pt x="881389" y="5397500"/>
                </a:lnTo>
                <a:close/>
              </a:path>
              <a:path w="1374775" h="6946900">
                <a:moveTo>
                  <a:pt x="1001487" y="5676900"/>
                </a:moveTo>
                <a:lnTo>
                  <a:pt x="997559" y="5676900"/>
                </a:lnTo>
                <a:lnTo>
                  <a:pt x="996670" y="5664200"/>
                </a:lnTo>
                <a:lnTo>
                  <a:pt x="1001487" y="5676900"/>
                </a:lnTo>
                <a:close/>
              </a:path>
              <a:path w="1374775" h="6946900">
                <a:moveTo>
                  <a:pt x="1019917" y="5715000"/>
                </a:moveTo>
                <a:lnTo>
                  <a:pt x="1015936" y="5715000"/>
                </a:lnTo>
                <a:lnTo>
                  <a:pt x="1015022" y="5702300"/>
                </a:lnTo>
                <a:lnTo>
                  <a:pt x="1019917" y="5715000"/>
                </a:lnTo>
                <a:close/>
              </a:path>
              <a:path w="1374775" h="6946900">
                <a:moveTo>
                  <a:pt x="1243009" y="6134100"/>
                </a:moveTo>
                <a:lnTo>
                  <a:pt x="1238313" y="6134100"/>
                </a:lnTo>
                <a:lnTo>
                  <a:pt x="1237234" y="6121400"/>
                </a:lnTo>
                <a:lnTo>
                  <a:pt x="1243009" y="6134100"/>
                </a:lnTo>
                <a:close/>
              </a:path>
              <a:path w="1374775" h="6946900">
                <a:moveTo>
                  <a:pt x="1267049" y="6172200"/>
                </a:moveTo>
                <a:lnTo>
                  <a:pt x="1260335" y="6172200"/>
                </a:lnTo>
                <a:lnTo>
                  <a:pt x="1259243" y="6159500"/>
                </a:lnTo>
                <a:lnTo>
                  <a:pt x="1267049" y="61722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185" dirty="0"/>
              <a:t> </a:t>
            </a:r>
            <a:r>
              <a:rPr spc="-10" dirty="0"/>
              <a:t>SCREENSHOTS</a:t>
            </a:r>
            <a:endParaRPr spc="-10" dirty="0"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4788" y="1665732"/>
            <a:ext cx="13898880" cy="75986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993648"/>
                </a:moveTo>
                <a:lnTo>
                  <a:pt x="448983" y="991374"/>
                </a:lnTo>
                <a:lnTo>
                  <a:pt x="402412" y="984694"/>
                </a:lnTo>
                <a:lnTo>
                  <a:pt x="357352" y="973810"/>
                </a:lnTo>
                <a:lnTo>
                  <a:pt x="313994" y="958926"/>
                </a:lnTo>
                <a:lnTo>
                  <a:pt x="272541" y="940269"/>
                </a:lnTo>
                <a:lnTo>
                  <a:pt x="233210" y="918032"/>
                </a:lnTo>
                <a:lnTo>
                  <a:pt x="196202" y="892429"/>
                </a:lnTo>
                <a:lnTo>
                  <a:pt x="161734" y="863650"/>
                </a:lnTo>
                <a:lnTo>
                  <a:pt x="130009" y="831938"/>
                </a:lnTo>
                <a:lnTo>
                  <a:pt x="101244" y="797471"/>
                </a:lnTo>
                <a:lnTo>
                  <a:pt x="75628" y="760463"/>
                </a:lnTo>
                <a:lnTo>
                  <a:pt x="53390" y="721131"/>
                </a:lnTo>
                <a:lnTo>
                  <a:pt x="34721" y="679678"/>
                </a:lnTo>
                <a:lnTo>
                  <a:pt x="19850" y="636320"/>
                </a:lnTo>
                <a:lnTo>
                  <a:pt x="8953" y="591248"/>
                </a:lnTo>
                <a:lnTo>
                  <a:pt x="2273" y="544677"/>
                </a:lnTo>
                <a:lnTo>
                  <a:pt x="0" y="496824"/>
                </a:lnTo>
                <a:lnTo>
                  <a:pt x="2273" y="448970"/>
                </a:lnTo>
                <a:lnTo>
                  <a:pt x="8953" y="402399"/>
                </a:lnTo>
                <a:lnTo>
                  <a:pt x="19850" y="357327"/>
                </a:lnTo>
                <a:lnTo>
                  <a:pt x="34721" y="313956"/>
                </a:lnTo>
                <a:lnTo>
                  <a:pt x="53390" y="272503"/>
                </a:lnTo>
                <a:lnTo>
                  <a:pt x="75628" y="233172"/>
                </a:lnTo>
                <a:lnTo>
                  <a:pt x="101244" y="196176"/>
                </a:lnTo>
                <a:lnTo>
                  <a:pt x="130009" y="161709"/>
                </a:lnTo>
                <a:lnTo>
                  <a:pt x="161734" y="129984"/>
                </a:lnTo>
                <a:lnTo>
                  <a:pt x="196202" y="101219"/>
                </a:lnTo>
                <a:lnTo>
                  <a:pt x="233210" y="75615"/>
                </a:lnTo>
                <a:lnTo>
                  <a:pt x="272541" y="53378"/>
                </a:lnTo>
                <a:lnTo>
                  <a:pt x="313994" y="34709"/>
                </a:lnTo>
                <a:lnTo>
                  <a:pt x="357352" y="19837"/>
                </a:lnTo>
                <a:lnTo>
                  <a:pt x="402412" y="8953"/>
                </a:lnTo>
                <a:lnTo>
                  <a:pt x="448983" y="2273"/>
                </a:lnTo>
                <a:lnTo>
                  <a:pt x="496823" y="0"/>
                </a:lnTo>
                <a:lnTo>
                  <a:pt x="544677" y="2273"/>
                </a:lnTo>
                <a:lnTo>
                  <a:pt x="591248" y="8953"/>
                </a:lnTo>
                <a:lnTo>
                  <a:pt x="636320" y="19837"/>
                </a:lnTo>
                <a:lnTo>
                  <a:pt x="679678" y="34709"/>
                </a:lnTo>
                <a:lnTo>
                  <a:pt x="721131" y="53378"/>
                </a:lnTo>
                <a:lnTo>
                  <a:pt x="760463" y="75615"/>
                </a:lnTo>
                <a:lnTo>
                  <a:pt x="797471" y="101219"/>
                </a:lnTo>
                <a:lnTo>
                  <a:pt x="831938" y="129984"/>
                </a:lnTo>
                <a:lnTo>
                  <a:pt x="863650" y="161709"/>
                </a:lnTo>
                <a:lnTo>
                  <a:pt x="892429" y="196176"/>
                </a:lnTo>
                <a:lnTo>
                  <a:pt x="918032" y="233172"/>
                </a:lnTo>
                <a:lnTo>
                  <a:pt x="940269" y="272503"/>
                </a:lnTo>
                <a:lnTo>
                  <a:pt x="958926" y="313956"/>
                </a:lnTo>
                <a:lnTo>
                  <a:pt x="973810" y="357327"/>
                </a:lnTo>
                <a:lnTo>
                  <a:pt x="984694" y="402399"/>
                </a:lnTo>
                <a:lnTo>
                  <a:pt x="991374" y="448970"/>
                </a:lnTo>
                <a:lnTo>
                  <a:pt x="993648" y="496824"/>
                </a:lnTo>
                <a:lnTo>
                  <a:pt x="991374" y="544677"/>
                </a:lnTo>
                <a:lnTo>
                  <a:pt x="984694" y="591248"/>
                </a:lnTo>
                <a:lnTo>
                  <a:pt x="973810" y="636320"/>
                </a:lnTo>
                <a:lnTo>
                  <a:pt x="958926" y="679678"/>
                </a:lnTo>
                <a:lnTo>
                  <a:pt x="940269" y="721131"/>
                </a:lnTo>
                <a:lnTo>
                  <a:pt x="918032" y="760463"/>
                </a:lnTo>
                <a:lnTo>
                  <a:pt x="892429" y="797471"/>
                </a:lnTo>
                <a:lnTo>
                  <a:pt x="863650" y="831938"/>
                </a:lnTo>
                <a:lnTo>
                  <a:pt x="831938" y="863650"/>
                </a:lnTo>
                <a:lnTo>
                  <a:pt x="797471" y="892429"/>
                </a:lnTo>
                <a:lnTo>
                  <a:pt x="760463" y="918032"/>
                </a:lnTo>
                <a:lnTo>
                  <a:pt x="721131" y="940269"/>
                </a:lnTo>
                <a:lnTo>
                  <a:pt x="679678" y="958926"/>
                </a:lnTo>
                <a:lnTo>
                  <a:pt x="636320" y="973810"/>
                </a:lnTo>
                <a:lnTo>
                  <a:pt x="591248" y="984694"/>
                </a:lnTo>
                <a:lnTo>
                  <a:pt x="544677" y="991374"/>
                </a:lnTo>
                <a:lnTo>
                  <a:pt x="496823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5372" y="331320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603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5372" y="1978177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89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4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89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89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89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89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89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89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89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7"/>
                </a:lnTo>
                <a:lnTo>
                  <a:pt x="417182" y="482854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7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89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89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89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89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89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89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89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89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89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89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5372" y="3980713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3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5372" y="264568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5372" y="5315737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6" y="526046"/>
                </a:lnTo>
                <a:lnTo>
                  <a:pt x="212799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4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6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596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5372" y="4648225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5372" y="598324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5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841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5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5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5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5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5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5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5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5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5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5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5">
                <a:moveTo>
                  <a:pt x="171597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5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5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5372" y="7757185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0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60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3281" y="413169"/>
                </a:lnTo>
                <a:lnTo>
                  <a:pt x="45772" y="416852"/>
                </a:lnTo>
                <a:lnTo>
                  <a:pt x="67481" y="449973"/>
                </a:lnTo>
                <a:lnTo>
                  <a:pt x="67610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0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90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0546" y="2092579"/>
            <a:ext cx="219710" cy="605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438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438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438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4127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4699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0" dirty="0">
                <a:solidFill>
                  <a:srgbClr val="001F5F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400">
              <a:latin typeface="Tahoma" panose="020B0604030504040204"/>
              <a:cs typeface="Tahoma" panose="020B0604030504040204"/>
            </a:endParaRPr>
          </a:p>
          <a:p>
            <a:pPr marL="4127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913352" y="1842782"/>
            <a:ext cx="1374775" cy="6946900"/>
          </a:xfrm>
          <a:custGeom>
            <a:avLst/>
            <a:gdLst/>
            <a:ahLst/>
            <a:cxnLst/>
            <a:rect l="l" t="t" r="r" b="b"/>
            <a:pathLst>
              <a:path w="1374775" h="6946900">
                <a:moveTo>
                  <a:pt x="1169822" y="6946900"/>
                </a:moveTo>
                <a:lnTo>
                  <a:pt x="1160716" y="6934200"/>
                </a:lnTo>
                <a:lnTo>
                  <a:pt x="1133728" y="6896100"/>
                </a:lnTo>
                <a:lnTo>
                  <a:pt x="1104544" y="6858000"/>
                </a:lnTo>
                <a:lnTo>
                  <a:pt x="1076909" y="6819900"/>
                </a:lnTo>
                <a:lnTo>
                  <a:pt x="1050798" y="6781800"/>
                </a:lnTo>
                <a:lnTo>
                  <a:pt x="1022565" y="6743700"/>
                </a:lnTo>
                <a:lnTo>
                  <a:pt x="995857" y="6705600"/>
                </a:lnTo>
                <a:lnTo>
                  <a:pt x="970622" y="6667500"/>
                </a:lnTo>
                <a:lnTo>
                  <a:pt x="943368" y="6629400"/>
                </a:lnTo>
                <a:lnTo>
                  <a:pt x="918730" y="6591300"/>
                </a:lnTo>
                <a:lnTo>
                  <a:pt x="892124" y="6553200"/>
                </a:lnTo>
                <a:lnTo>
                  <a:pt x="866990" y="6515100"/>
                </a:lnTo>
                <a:lnTo>
                  <a:pt x="842162" y="6464300"/>
                </a:lnTo>
                <a:lnTo>
                  <a:pt x="817664" y="6426200"/>
                </a:lnTo>
                <a:lnTo>
                  <a:pt x="793483" y="6388100"/>
                </a:lnTo>
                <a:lnTo>
                  <a:pt x="769632" y="6350000"/>
                </a:lnTo>
                <a:lnTo>
                  <a:pt x="746099" y="6311900"/>
                </a:lnTo>
                <a:lnTo>
                  <a:pt x="722909" y="6261100"/>
                </a:lnTo>
                <a:lnTo>
                  <a:pt x="700036" y="6223000"/>
                </a:lnTo>
                <a:lnTo>
                  <a:pt x="677506" y="6184900"/>
                </a:lnTo>
                <a:lnTo>
                  <a:pt x="656285" y="6146800"/>
                </a:lnTo>
                <a:lnTo>
                  <a:pt x="634403" y="6096000"/>
                </a:lnTo>
                <a:lnTo>
                  <a:pt x="611898" y="6057900"/>
                </a:lnTo>
                <a:lnTo>
                  <a:pt x="591654" y="6019800"/>
                </a:lnTo>
                <a:lnTo>
                  <a:pt x="569861" y="5969000"/>
                </a:lnTo>
                <a:lnTo>
                  <a:pt x="549351" y="5930900"/>
                </a:lnTo>
                <a:lnTo>
                  <a:pt x="529196" y="5880100"/>
                </a:lnTo>
                <a:lnTo>
                  <a:pt x="510260" y="5842000"/>
                </a:lnTo>
                <a:lnTo>
                  <a:pt x="489915" y="5803900"/>
                </a:lnTo>
                <a:lnTo>
                  <a:pt x="470788" y="5753100"/>
                </a:lnTo>
                <a:lnTo>
                  <a:pt x="452031" y="5715000"/>
                </a:lnTo>
                <a:lnTo>
                  <a:pt x="433616" y="5664200"/>
                </a:lnTo>
                <a:lnTo>
                  <a:pt x="415556" y="5626100"/>
                </a:lnTo>
                <a:lnTo>
                  <a:pt x="397865" y="5575300"/>
                </a:lnTo>
                <a:lnTo>
                  <a:pt x="380517" y="5537200"/>
                </a:lnTo>
                <a:lnTo>
                  <a:pt x="363537" y="5486400"/>
                </a:lnTo>
                <a:lnTo>
                  <a:pt x="347662" y="5448300"/>
                </a:lnTo>
                <a:lnTo>
                  <a:pt x="330669" y="5397500"/>
                </a:lnTo>
                <a:lnTo>
                  <a:pt x="314782" y="5359400"/>
                </a:lnTo>
                <a:lnTo>
                  <a:pt x="299262" y="5308600"/>
                </a:lnTo>
                <a:lnTo>
                  <a:pt x="284111" y="5257800"/>
                </a:lnTo>
                <a:lnTo>
                  <a:pt x="269341" y="5219700"/>
                </a:lnTo>
                <a:lnTo>
                  <a:pt x="254939" y="5168900"/>
                </a:lnTo>
                <a:lnTo>
                  <a:pt x="240906" y="5118100"/>
                </a:lnTo>
                <a:lnTo>
                  <a:pt x="227253" y="5080000"/>
                </a:lnTo>
                <a:lnTo>
                  <a:pt x="213982" y="5029200"/>
                </a:lnTo>
                <a:lnTo>
                  <a:pt x="201091" y="4978400"/>
                </a:lnTo>
                <a:lnTo>
                  <a:pt x="188582" y="4940300"/>
                </a:lnTo>
                <a:lnTo>
                  <a:pt x="176453" y="4889500"/>
                </a:lnTo>
                <a:lnTo>
                  <a:pt x="164719" y="4838700"/>
                </a:lnTo>
                <a:lnTo>
                  <a:pt x="153365" y="4800600"/>
                </a:lnTo>
                <a:lnTo>
                  <a:pt x="142887" y="4749800"/>
                </a:lnTo>
                <a:lnTo>
                  <a:pt x="131838" y="4699000"/>
                </a:lnTo>
                <a:lnTo>
                  <a:pt x="121653" y="4648200"/>
                </a:lnTo>
                <a:lnTo>
                  <a:pt x="111874" y="4610100"/>
                </a:lnTo>
                <a:lnTo>
                  <a:pt x="102488" y="4559300"/>
                </a:lnTo>
                <a:lnTo>
                  <a:pt x="93510" y="4508500"/>
                </a:lnTo>
                <a:lnTo>
                  <a:pt x="85293" y="4457700"/>
                </a:lnTo>
                <a:lnTo>
                  <a:pt x="76733" y="4406900"/>
                </a:lnTo>
                <a:lnTo>
                  <a:pt x="68961" y="4368800"/>
                </a:lnTo>
                <a:lnTo>
                  <a:pt x="61899" y="4318000"/>
                </a:lnTo>
                <a:lnTo>
                  <a:pt x="54914" y="4267200"/>
                </a:lnTo>
                <a:lnTo>
                  <a:pt x="48056" y="4216400"/>
                </a:lnTo>
                <a:lnTo>
                  <a:pt x="41909" y="4165600"/>
                </a:lnTo>
                <a:lnTo>
                  <a:pt x="36423" y="4127500"/>
                </a:lnTo>
                <a:lnTo>
                  <a:pt x="30861" y="4076700"/>
                </a:lnTo>
                <a:lnTo>
                  <a:pt x="21475" y="3975100"/>
                </a:lnTo>
                <a:lnTo>
                  <a:pt x="17576" y="3924300"/>
                </a:lnTo>
                <a:lnTo>
                  <a:pt x="13766" y="3873500"/>
                </a:lnTo>
                <a:lnTo>
                  <a:pt x="10540" y="3822700"/>
                </a:lnTo>
                <a:lnTo>
                  <a:pt x="7861" y="3771900"/>
                </a:lnTo>
                <a:lnTo>
                  <a:pt x="5473" y="3721100"/>
                </a:lnTo>
                <a:lnTo>
                  <a:pt x="3517" y="3670300"/>
                </a:lnTo>
                <a:lnTo>
                  <a:pt x="1930" y="3619500"/>
                </a:lnTo>
                <a:lnTo>
                  <a:pt x="888" y="3568700"/>
                </a:lnTo>
                <a:lnTo>
                  <a:pt x="203" y="3517900"/>
                </a:lnTo>
                <a:lnTo>
                  <a:pt x="0" y="3467100"/>
                </a:lnTo>
                <a:lnTo>
                  <a:pt x="152" y="3429000"/>
                </a:lnTo>
                <a:lnTo>
                  <a:pt x="203" y="3416300"/>
                </a:lnTo>
                <a:lnTo>
                  <a:pt x="850" y="3365500"/>
                </a:lnTo>
                <a:lnTo>
                  <a:pt x="1930" y="3314700"/>
                </a:lnTo>
                <a:lnTo>
                  <a:pt x="3441" y="3276600"/>
                </a:lnTo>
                <a:lnTo>
                  <a:pt x="5384" y="3225800"/>
                </a:lnTo>
                <a:lnTo>
                  <a:pt x="5473" y="3213100"/>
                </a:lnTo>
                <a:lnTo>
                  <a:pt x="7746" y="3175000"/>
                </a:lnTo>
                <a:lnTo>
                  <a:pt x="10540" y="3124200"/>
                </a:lnTo>
                <a:lnTo>
                  <a:pt x="13919" y="3073400"/>
                </a:lnTo>
                <a:lnTo>
                  <a:pt x="17576" y="3022600"/>
                </a:lnTo>
                <a:lnTo>
                  <a:pt x="21666" y="2971800"/>
                </a:lnTo>
                <a:lnTo>
                  <a:pt x="26161" y="2921000"/>
                </a:lnTo>
                <a:lnTo>
                  <a:pt x="31089" y="2870200"/>
                </a:lnTo>
                <a:lnTo>
                  <a:pt x="36423" y="2819400"/>
                </a:lnTo>
                <a:lnTo>
                  <a:pt x="42176" y="2768600"/>
                </a:lnTo>
                <a:lnTo>
                  <a:pt x="48056" y="2717800"/>
                </a:lnTo>
                <a:lnTo>
                  <a:pt x="54914" y="2667000"/>
                </a:lnTo>
                <a:lnTo>
                  <a:pt x="61899" y="2628900"/>
                </a:lnTo>
                <a:lnTo>
                  <a:pt x="76733" y="2527300"/>
                </a:lnTo>
                <a:lnTo>
                  <a:pt x="85293" y="2476500"/>
                </a:lnTo>
                <a:lnTo>
                  <a:pt x="93903" y="2425700"/>
                </a:lnTo>
                <a:lnTo>
                  <a:pt x="102488" y="2387600"/>
                </a:lnTo>
                <a:lnTo>
                  <a:pt x="112306" y="2336800"/>
                </a:lnTo>
                <a:lnTo>
                  <a:pt x="121653" y="2286000"/>
                </a:lnTo>
                <a:lnTo>
                  <a:pt x="132308" y="2235200"/>
                </a:lnTo>
                <a:lnTo>
                  <a:pt x="142887" y="2197100"/>
                </a:lnTo>
                <a:lnTo>
                  <a:pt x="153365" y="2146300"/>
                </a:lnTo>
                <a:lnTo>
                  <a:pt x="165239" y="2095500"/>
                </a:lnTo>
                <a:lnTo>
                  <a:pt x="176453" y="2057400"/>
                </a:lnTo>
                <a:lnTo>
                  <a:pt x="189141" y="2006600"/>
                </a:lnTo>
                <a:lnTo>
                  <a:pt x="201663" y="1955800"/>
                </a:lnTo>
                <a:lnTo>
                  <a:pt x="213982" y="1905000"/>
                </a:lnTo>
                <a:lnTo>
                  <a:pt x="227863" y="1866900"/>
                </a:lnTo>
                <a:lnTo>
                  <a:pt x="241528" y="1816100"/>
                </a:lnTo>
                <a:lnTo>
                  <a:pt x="255574" y="1765300"/>
                </a:lnTo>
                <a:lnTo>
                  <a:pt x="270001" y="1727200"/>
                </a:lnTo>
                <a:lnTo>
                  <a:pt x="284111" y="1676400"/>
                </a:lnTo>
                <a:lnTo>
                  <a:pt x="299262" y="1638300"/>
                </a:lnTo>
                <a:lnTo>
                  <a:pt x="315493" y="1587500"/>
                </a:lnTo>
                <a:lnTo>
                  <a:pt x="331393" y="1536700"/>
                </a:lnTo>
                <a:lnTo>
                  <a:pt x="347662" y="1498600"/>
                </a:lnTo>
                <a:lnTo>
                  <a:pt x="363537" y="1447800"/>
                </a:lnTo>
                <a:lnTo>
                  <a:pt x="381292" y="1409700"/>
                </a:lnTo>
                <a:lnTo>
                  <a:pt x="398653" y="1358900"/>
                </a:lnTo>
                <a:lnTo>
                  <a:pt x="415556" y="1320800"/>
                </a:lnTo>
                <a:lnTo>
                  <a:pt x="434441" y="1270000"/>
                </a:lnTo>
                <a:lnTo>
                  <a:pt x="452869" y="1231900"/>
                </a:lnTo>
                <a:lnTo>
                  <a:pt x="470788" y="1193800"/>
                </a:lnTo>
                <a:lnTo>
                  <a:pt x="490778" y="1143000"/>
                </a:lnTo>
                <a:lnTo>
                  <a:pt x="510260" y="1092200"/>
                </a:lnTo>
                <a:lnTo>
                  <a:pt x="530098" y="1054100"/>
                </a:lnTo>
                <a:lnTo>
                  <a:pt x="550265" y="1016000"/>
                </a:lnTo>
                <a:lnTo>
                  <a:pt x="570788" y="965200"/>
                </a:lnTo>
                <a:lnTo>
                  <a:pt x="591654" y="927100"/>
                </a:lnTo>
                <a:lnTo>
                  <a:pt x="611898" y="889000"/>
                </a:lnTo>
                <a:lnTo>
                  <a:pt x="634403" y="838200"/>
                </a:lnTo>
                <a:lnTo>
                  <a:pt x="656285" y="800100"/>
                </a:lnTo>
                <a:lnTo>
                  <a:pt x="677494" y="762000"/>
                </a:lnTo>
                <a:lnTo>
                  <a:pt x="701052" y="711200"/>
                </a:lnTo>
                <a:lnTo>
                  <a:pt x="723938" y="673100"/>
                </a:lnTo>
                <a:lnTo>
                  <a:pt x="747153" y="635000"/>
                </a:lnTo>
                <a:lnTo>
                  <a:pt x="770686" y="596900"/>
                </a:lnTo>
                <a:lnTo>
                  <a:pt x="794562" y="546100"/>
                </a:lnTo>
                <a:lnTo>
                  <a:pt x="817664" y="508000"/>
                </a:lnTo>
                <a:lnTo>
                  <a:pt x="843267" y="469900"/>
                </a:lnTo>
                <a:lnTo>
                  <a:pt x="868108" y="431800"/>
                </a:lnTo>
                <a:lnTo>
                  <a:pt x="893254" y="393700"/>
                </a:lnTo>
                <a:lnTo>
                  <a:pt x="918730" y="355600"/>
                </a:lnTo>
                <a:lnTo>
                  <a:pt x="944524" y="304800"/>
                </a:lnTo>
                <a:lnTo>
                  <a:pt x="970622" y="266700"/>
                </a:lnTo>
                <a:lnTo>
                  <a:pt x="997038" y="228600"/>
                </a:lnTo>
                <a:lnTo>
                  <a:pt x="1023759" y="190500"/>
                </a:lnTo>
                <a:lnTo>
                  <a:pt x="1050798" y="152400"/>
                </a:lnTo>
                <a:lnTo>
                  <a:pt x="1078141" y="114300"/>
                </a:lnTo>
                <a:lnTo>
                  <a:pt x="1104544" y="76200"/>
                </a:lnTo>
                <a:lnTo>
                  <a:pt x="1134021" y="38100"/>
                </a:lnTo>
                <a:lnTo>
                  <a:pt x="1168831" y="0"/>
                </a:lnTo>
                <a:lnTo>
                  <a:pt x="1374648" y="152400"/>
                </a:lnTo>
                <a:lnTo>
                  <a:pt x="1374648" y="584200"/>
                </a:lnTo>
                <a:lnTo>
                  <a:pt x="1373708" y="596900"/>
                </a:lnTo>
                <a:lnTo>
                  <a:pt x="1374648" y="596900"/>
                </a:lnTo>
                <a:lnTo>
                  <a:pt x="1350225" y="635000"/>
                </a:lnTo>
                <a:lnTo>
                  <a:pt x="1351381" y="635000"/>
                </a:lnTo>
                <a:lnTo>
                  <a:pt x="1335159" y="660400"/>
                </a:lnTo>
                <a:lnTo>
                  <a:pt x="1328178" y="660400"/>
                </a:lnTo>
                <a:lnTo>
                  <a:pt x="1304150" y="698500"/>
                </a:lnTo>
                <a:lnTo>
                  <a:pt x="1305267" y="698500"/>
                </a:lnTo>
                <a:lnTo>
                  <a:pt x="1281557" y="736600"/>
                </a:lnTo>
                <a:lnTo>
                  <a:pt x="1282661" y="736600"/>
                </a:lnTo>
                <a:lnTo>
                  <a:pt x="1259243" y="774700"/>
                </a:lnTo>
                <a:lnTo>
                  <a:pt x="1260335" y="774700"/>
                </a:lnTo>
                <a:lnTo>
                  <a:pt x="1237234" y="812800"/>
                </a:lnTo>
                <a:lnTo>
                  <a:pt x="1238313" y="812800"/>
                </a:lnTo>
                <a:lnTo>
                  <a:pt x="1215517" y="850900"/>
                </a:lnTo>
                <a:lnTo>
                  <a:pt x="1216583" y="850900"/>
                </a:lnTo>
                <a:lnTo>
                  <a:pt x="1194092" y="889000"/>
                </a:lnTo>
                <a:lnTo>
                  <a:pt x="1195146" y="889000"/>
                </a:lnTo>
                <a:lnTo>
                  <a:pt x="1172984" y="927100"/>
                </a:lnTo>
                <a:lnTo>
                  <a:pt x="1174013" y="927100"/>
                </a:lnTo>
                <a:lnTo>
                  <a:pt x="1152169" y="965200"/>
                </a:lnTo>
                <a:lnTo>
                  <a:pt x="1153185" y="965200"/>
                </a:lnTo>
                <a:lnTo>
                  <a:pt x="1131646" y="1003300"/>
                </a:lnTo>
                <a:lnTo>
                  <a:pt x="1132649" y="1003300"/>
                </a:lnTo>
                <a:lnTo>
                  <a:pt x="1111440" y="1041400"/>
                </a:lnTo>
                <a:lnTo>
                  <a:pt x="1112431" y="1041400"/>
                </a:lnTo>
                <a:lnTo>
                  <a:pt x="1091539" y="1079500"/>
                </a:lnTo>
                <a:lnTo>
                  <a:pt x="1092517" y="1079500"/>
                </a:lnTo>
                <a:lnTo>
                  <a:pt x="1071943" y="1117600"/>
                </a:lnTo>
                <a:lnTo>
                  <a:pt x="1072896" y="1117600"/>
                </a:lnTo>
                <a:lnTo>
                  <a:pt x="1052652" y="1155700"/>
                </a:lnTo>
                <a:lnTo>
                  <a:pt x="1053604" y="1155700"/>
                </a:lnTo>
                <a:lnTo>
                  <a:pt x="1033678" y="1193800"/>
                </a:lnTo>
                <a:lnTo>
                  <a:pt x="1034605" y="1193800"/>
                </a:lnTo>
                <a:lnTo>
                  <a:pt x="1015022" y="1231900"/>
                </a:lnTo>
                <a:lnTo>
                  <a:pt x="1015936" y="1231900"/>
                </a:lnTo>
                <a:lnTo>
                  <a:pt x="996670" y="1270000"/>
                </a:lnTo>
                <a:lnTo>
                  <a:pt x="997572" y="1270000"/>
                </a:lnTo>
                <a:lnTo>
                  <a:pt x="978636" y="1308100"/>
                </a:lnTo>
                <a:lnTo>
                  <a:pt x="979512" y="1308100"/>
                </a:lnTo>
                <a:lnTo>
                  <a:pt x="960920" y="1346200"/>
                </a:lnTo>
                <a:lnTo>
                  <a:pt x="961783" y="1346200"/>
                </a:lnTo>
                <a:lnTo>
                  <a:pt x="948086" y="1384300"/>
                </a:lnTo>
                <a:lnTo>
                  <a:pt x="944371" y="1384300"/>
                </a:lnTo>
                <a:lnTo>
                  <a:pt x="926439" y="1435100"/>
                </a:lnTo>
                <a:lnTo>
                  <a:pt x="927277" y="1435100"/>
                </a:lnTo>
                <a:lnTo>
                  <a:pt x="909688" y="1473200"/>
                </a:lnTo>
                <a:lnTo>
                  <a:pt x="910513" y="1473200"/>
                </a:lnTo>
                <a:lnTo>
                  <a:pt x="893267" y="1511300"/>
                </a:lnTo>
                <a:lnTo>
                  <a:pt x="894067" y="1511300"/>
                </a:lnTo>
                <a:lnTo>
                  <a:pt x="877163" y="1549400"/>
                </a:lnTo>
                <a:lnTo>
                  <a:pt x="877951" y="1549400"/>
                </a:lnTo>
                <a:lnTo>
                  <a:pt x="861377" y="1587500"/>
                </a:lnTo>
                <a:lnTo>
                  <a:pt x="862152" y="1587500"/>
                </a:lnTo>
                <a:lnTo>
                  <a:pt x="845934" y="1638300"/>
                </a:lnTo>
                <a:lnTo>
                  <a:pt x="846683" y="1638300"/>
                </a:lnTo>
                <a:lnTo>
                  <a:pt x="830808" y="1676400"/>
                </a:lnTo>
                <a:lnTo>
                  <a:pt x="831557" y="1676400"/>
                </a:lnTo>
                <a:lnTo>
                  <a:pt x="816025" y="1714500"/>
                </a:lnTo>
                <a:lnTo>
                  <a:pt x="816749" y="1714500"/>
                </a:lnTo>
                <a:lnTo>
                  <a:pt x="801573" y="1752600"/>
                </a:lnTo>
                <a:lnTo>
                  <a:pt x="802284" y="1752600"/>
                </a:lnTo>
                <a:lnTo>
                  <a:pt x="791159" y="1790700"/>
                </a:lnTo>
                <a:lnTo>
                  <a:pt x="788149" y="1790700"/>
                </a:lnTo>
                <a:lnTo>
                  <a:pt x="773671" y="1841500"/>
                </a:lnTo>
                <a:lnTo>
                  <a:pt x="774344" y="1841500"/>
                </a:lnTo>
                <a:lnTo>
                  <a:pt x="760221" y="1879600"/>
                </a:lnTo>
                <a:lnTo>
                  <a:pt x="760882" y="1879600"/>
                </a:lnTo>
                <a:lnTo>
                  <a:pt x="747128" y="1917700"/>
                </a:lnTo>
                <a:lnTo>
                  <a:pt x="747763" y="1917700"/>
                </a:lnTo>
                <a:lnTo>
                  <a:pt x="734364" y="1968500"/>
                </a:lnTo>
                <a:lnTo>
                  <a:pt x="734987" y="1968500"/>
                </a:lnTo>
                <a:lnTo>
                  <a:pt x="721944" y="2006600"/>
                </a:lnTo>
                <a:lnTo>
                  <a:pt x="722553" y="2006600"/>
                </a:lnTo>
                <a:lnTo>
                  <a:pt x="709866" y="2044700"/>
                </a:lnTo>
                <a:lnTo>
                  <a:pt x="710450" y="2044700"/>
                </a:lnTo>
                <a:lnTo>
                  <a:pt x="698131" y="2095500"/>
                </a:lnTo>
                <a:lnTo>
                  <a:pt x="698703" y="2095500"/>
                </a:lnTo>
                <a:lnTo>
                  <a:pt x="686752" y="2133600"/>
                </a:lnTo>
                <a:lnTo>
                  <a:pt x="687311" y="2133600"/>
                </a:lnTo>
                <a:lnTo>
                  <a:pt x="678624" y="2171700"/>
                </a:lnTo>
                <a:lnTo>
                  <a:pt x="676262" y="2171700"/>
                </a:lnTo>
                <a:lnTo>
                  <a:pt x="665048" y="2222500"/>
                </a:lnTo>
                <a:lnTo>
                  <a:pt x="665568" y="2222500"/>
                </a:lnTo>
                <a:lnTo>
                  <a:pt x="654710" y="2260600"/>
                </a:lnTo>
                <a:lnTo>
                  <a:pt x="655218" y="2260600"/>
                </a:lnTo>
                <a:lnTo>
                  <a:pt x="644740" y="2311400"/>
                </a:lnTo>
                <a:lnTo>
                  <a:pt x="645223" y="2311400"/>
                </a:lnTo>
                <a:lnTo>
                  <a:pt x="635126" y="2349500"/>
                </a:lnTo>
                <a:lnTo>
                  <a:pt x="635596" y="2349500"/>
                </a:lnTo>
                <a:lnTo>
                  <a:pt x="625868" y="2387600"/>
                </a:lnTo>
                <a:lnTo>
                  <a:pt x="626313" y="2387600"/>
                </a:lnTo>
                <a:lnTo>
                  <a:pt x="616965" y="2438400"/>
                </a:lnTo>
                <a:lnTo>
                  <a:pt x="617397" y="2438400"/>
                </a:lnTo>
                <a:lnTo>
                  <a:pt x="608418" y="2476500"/>
                </a:lnTo>
                <a:lnTo>
                  <a:pt x="608838" y="2476500"/>
                </a:lnTo>
                <a:lnTo>
                  <a:pt x="600240" y="2527300"/>
                </a:lnTo>
                <a:lnTo>
                  <a:pt x="600646" y="2527300"/>
                </a:lnTo>
                <a:lnTo>
                  <a:pt x="592429" y="2565400"/>
                </a:lnTo>
                <a:lnTo>
                  <a:pt x="592810" y="2565400"/>
                </a:lnTo>
                <a:lnTo>
                  <a:pt x="584987" y="2616200"/>
                </a:lnTo>
                <a:lnTo>
                  <a:pt x="585342" y="2616200"/>
                </a:lnTo>
                <a:lnTo>
                  <a:pt x="577900" y="2654300"/>
                </a:lnTo>
                <a:lnTo>
                  <a:pt x="578243" y="2654300"/>
                </a:lnTo>
                <a:lnTo>
                  <a:pt x="571195" y="2705100"/>
                </a:lnTo>
                <a:lnTo>
                  <a:pt x="571512" y="2705100"/>
                </a:lnTo>
                <a:lnTo>
                  <a:pt x="564845" y="2743200"/>
                </a:lnTo>
                <a:lnTo>
                  <a:pt x="565150" y="2743200"/>
                </a:lnTo>
                <a:lnTo>
                  <a:pt x="558876" y="2794000"/>
                </a:lnTo>
                <a:lnTo>
                  <a:pt x="559168" y="2794000"/>
                </a:lnTo>
                <a:lnTo>
                  <a:pt x="553288" y="2832100"/>
                </a:lnTo>
                <a:lnTo>
                  <a:pt x="553554" y="2832100"/>
                </a:lnTo>
                <a:lnTo>
                  <a:pt x="548055" y="2882900"/>
                </a:lnTo>
                <a:lnTo>
                  <a:pt x="548309" y="2882900"/>
                </a:lnTo>
                <a:lnTo>
                  <a:pt x="543217" y="2921000"/>
                </a:lnTo>
                <a:lnTo>
                  <a:pt x="543445" y="2921000"/>
                </a:lnTo>
                <a:lnTo>
                  <a:pt x="538759" y="2971800"/>
                </a:lnTo>
                <a:lnTo>
                  <a:pt x="538962" y="2971800"/>
                </a:lnTo>
                <a:lnTo>
                  <a:pt x="534669" y="3009900"/>
                </a:lnTo>
                <a:lnTo>
                  <a:pt x="534860" y="3009900"/>
                </a:lnTo>
                <a:lnTo>
                  <a:pt x="530961" y="3060700"/>
                </a:lnTo>
                <a:lnTo>
                  <a:pt x="531139" y="3060700"/>
                </a:lnTo>
                <a:lnTo>
                  <a:pt x="528520" y="3098800"/>
                </a:lnTo>
                <a:lnTo>
                  <a:pt x="527799" y="3098800"/>
                </a:lnTo>
                <a:lnTo>
                  <a:pt x="524713" y="3149600"/>
                </a:lnTo>
                <a:lnTo>
                  <a:pt x="524852" y="3149600"/>
                </a:lnTo>
                <a:lnTo>
                  <a:pt x="522287" y="3200400"/>
                </a:lnTo>
                <a:lnTo>
                  <a:pt x="520103" y="3238500"/>
                </a:lnTo>
                <a:lnTo>
                  <a:pt x="518325" y="3289300"/>
                </a:lnTo>
                <a:lnTo>
                  <a:pt x="517229" y="3327400"/>
                </a:lnTo>
                <a:lnTo>
                  <a:pt x="516928" y="3327400"/>
                </a:lnTo>
                <a:lnTo>
                  <a:pt x="515924" y="3378200"/>
                </a:lnTo>
                <a:lnTo>
                  <a:pt x="515315" y="3429000"/>
                </a:lnTo>
                <a:lnTo>
                  <a:pt x="515111" y="3467100"/>
                </a:lnTo>
                <a:lnTo>
                  <a:pt x="515302" y="3517900"/>
                </a:lnTo>
                <a:lnTo>
                  <a:pt x="515774" y="3550924"/>
                </a:lnTo>
                <a:lnTo>
                  <a:pt x="515887" y="3558821"/>
                </a:lnTo>
                <a:lnTo>
                  <a:pt x="515924" y="3568700"/>
                </a:lnTo>
                <a:lnTo>
                  <a:pt x="516131" y="3568700"/>
                </a:lnTo>
                <a:lnTo>
                  <a:pt x="516864" y="3606800"/>
                </a:lnTo>
                <a:lnTo>
                  <a:pt x="518248" y="3657600"/>
                </a:lnTo>
                <a:lnTo>
                  <a:pt x="520103" y="3708400"/>
                </a:lnTo>
                <a:lnTo>
                  <a:pt x="520553" y="3708400"/>
                </a:lnTo>
                <a:lnTo>
                  <a:pt x="522173" y="3746500"/>
                </a:lnTo>
                <a:lnTo>
                  <a:pt x="524852" y="3797300"/>
                </a:lnTo>
                <a:lnTo>
                  <a:pt x="524713" y="3797300"/>
                </a:lnTo>
                <a:lnTo>
                  <a:pt x="527799" y="3835400"/>
                </a:lnTo>
                <a:lnTo>
                  <a:pt x="527646" y="3835400"/>
                </a:lnTo>
                <a:lnTo>
                  <a:pt x="531139" y="3886200"/>
                </a:lnTo>
                <a:lnTo>
                  <a:pt x="530961" y="3886200"/>
                </a:lnTo>
                <a:lnTo>
                  <a:pt x="534860" y="3924300"/>
                </a:lnTo>
                <a:lnTo>
                  <a:pt x="534669" y="3924300"/>
                </a:lnTo>
                <a:lnTo>
                  <a:pt x="538962" y="3975100"/>
                </a:lnTo>
                <a:lnTo>
                  <a:pt x="538759" y="3975100"/>
                </a:lnTo>
                <a:lnTo>
                  <a:pt x="543445" y="4025900"/>
                </a:lnTo>
                <a:lnTo>
                  <a:pt x="544490" y="4025900"/>
                </a:lnTo>
                <a:lnTo>
                  <a:pt x="548309" y="4064000"/>
                </a:lnTo>
                <a:lnTo>
                  <a:pt x="548055" y="4064000"/>
                </a:lnTo>
                <a:lnTo>
                  <a:pt x="553554" y="4114800"/>
                </a:lnTo>
                <a:lnTo>
                  <a:pt x="554758" y="4114800"/>
                </a:lnTo>
                <a:lnTo>
                  <a:pt x="559168" y="4152900"/>
                </a:lnTo>
                <a:lnTo>
                  <a:pt x="558876" y="4152900"/>
                </a:lnTo>
                <a:lnTo>
                  <a:pt x="565150" y="4203700"/>
                </a:lnTo>
                <a:lnTo>
                  <a:pt x="566512" y="4203700"/>
                </a:lnTo>
                <a:lnTo>
                  <a:pt x="571512" y="4241800"/>
                </a:lnTo>
                <a:lnTo>
                  <a:pt x="571182" y="4241800"/>
                </a:lnTo>
                <a:lnTo>
                  <a:pt x="578243" y="4292600"/>
                </a:lnTo>
                <a:lnTo>
                  <a:pt x="579761" y="4292600"/>
                </a:lnTo>
                <a:lnTo>
                  <a:pt x="585342" y="4330700"/>
                </a:lnTo>
                <a:lnTo>
                  <a:pt x="584987" y="4330700"/>
                </a:lnTo>
                <a:lnTo>
                  <a:pt x="592810" y="4381500"/>
                </a:lnTo>
                <a:lnTo>
                  <a:pt x="594483" y="4381500"/>
                </a:lnTo>
                <a:lnTo>
                  <a:pt x="600646" y="4419600"/>
                </a:lnTo>
                <a:lnTo>
                  <a:pt x="600240" y="4419600"/>
                </a:lnTo>
                <a:lnTo>
                  <a:pt x="608838" y="4457700"/>
                </a:lnTo>
                <a:lnTo>
                  <a:pt x="608418" y="4457700"/>
                </a:lnTo>
                <a:lnTo>
                  <a:pt x="617397" y="4508500"/>
                </a:lnTo>
                <a:lnTo>
                  <a:pt x="616965" y="4508500"/>
                </a:lnTo>
                <a:lnTo>
                  <a:pt x="626313" y="4546600"/>
                </a:lnTo>
                <a:lnTo>
                  <a:pt x="625868" y="4546600"/>
                </a:lnTo>
                <a:lnTo>
                  <a:pt x="635596" y="4597400"/>
                </a:lnTo>
                <a:lnTo>
                  <a:pt x="635126" y="4597400"/>
                </a:lnTo>
                <a:lnTo>
                  <a:pt x="645223" y="4635500"/>
                </a:lnTo>
                <a:lnTo>
                  <a:pt x="644740" y="4635500"/>
                </a:lnTo>
                <a:lnTo>
                  <a:pt x="655218" y="4686300"/>
                </a:lnTo>
                <a:lnTo>
                  <a:pt x="657425" y="4686300"/>
                </a:lnTo>
                <a:lnTo>
                  <a:pt x="665568" y="4724400"/>
                </a:lnTo>
                <a:lnTo>
                  <a:pt x="665048" y="4724400"/>
                </a:lnTo>
                <a:lnTo>
                  <a:pt x="676262" y="4762500"/>
                </a:lnTo>
                <a:lnTo>
                  <a:pt x="675728" y="4762500"/>
                </a:lnTo>
                <a:lnTo>
                  <a:pt x="687311" y="4813300"/>
                </a:lnTo>
                <a:lnTo>
                  <a:pt x="689740" y="4813300"/>
                </a:lnTo>
                <a:lnTo>
                  <a:pt x="698703" y="4851400"/>
                </a:lnTo>
                <a:lnTo>
                  <a:pt x="698131" y="4851400"/>
                </a:lnTo>
                <a:lnTo>
                  <a:pt x="710450" y="4889500"/>
                </a:lnTo>
                <a:lnTo>
                  <a:pt x="709866" y="4889500"/>
                </a:lnTo>
                <a:lnTo>
                  <a:pt x="722553" y="4940300"/>
                </a:lnTo>
                <a:lnTo>
                  <a:pt x="721944" y="4940300"/>
                </a:lnTo>
                <a:lnTo>
                  <a:pt x="734987" y="4978400"/>
                </a:lnTo>
                <a:lnTo>
                  <a:pt x="734364" y="4978400"/>
                </a:lnTo>
                <a:lnTo>
                  <a:pt x="747763" y="5016500"/>
                </a:lnTo>
                <a:lnTo>
                  <a:pt x="747128" y="5016500"/>
                </a:lnTo>
                <a:lnTo>
                  <a:pt x="760882" y="5067300"/>
                </a:lnTo>
                <a:lnTo>
                  <a:pt x="763752" y="5067300"/>
                </a:lnTo>
                <a:lnTo>
                  <a:pt x="774344" y="5105400"/>
                </a:lnTo>
                <a:lnTo>
                  <a:pt x="773671" y="5105400"/>
                </a:lnTo>
                <a:lnTo>
                  <a:pt x="788149" y="5143500"/>
                </a:lnTo>
                <a:lnTo>
                  <a:pt x="787450" y="5143500"/>
                </a:lnTo>
                <a:lnTo>
                  <a:pt x="802284" y="5181600"/>
                </a:lnTo>
                <a:lnTo>
                  <a:pt x="801573" y="5181600"/>
                </a:lnTo>
                <a:lnTo>
                  <a:pt x="816749" y="5232400"/>
                </a:lnTo>
                <a:lnTo>
                  <a:pt x="819908" y="5232400"/>
                </a:lnTo>
                <a:lnTo>
                  <a:pt x="831557" y="5270500"/>
                </a:lnTo>
                <a:lnTo>
                  <a:pt x="830808" y="5270500"/>
                </a:lnTo>
                <a:lnTo>
                  <a:pt x="846683" y="5308600"/>
                </a:lnTo>
                <a:lnTo>
                  <a:pt x="845934" y="5308600"/>
                </a:lnTo>
                <a:lnTo>
                  <a:pt x="862152" y="5346700"/>
                </a:lnTo>
                <a:lnTo>
                  <a:pt x="861377" y="5346700"/>
                </a:lnTo>
                <a:lnTo>
                  <a:pt x="877951" y="5397500"/>
                </a:lnTo>
                <a:lnTo>
                  <a:pt x="881389" y="5397500"/>
                </a:lnTo>
                <a:lnTo>
                  <a:pt x="894067" y="5435600"/>
                </a:lnTo>
                <a:lnTo>
                  <a:pt x="893267" y="5435600"/>
                </a:lnTo>
                <a:lnTo>
                  <a:pt x="910513" y="5473700"/>
                </a:lnTo>
                <a:lnTo>
                  <a:pt x="909688" y="5473700"/>
                </a:lnTo>
                <a:lnTo>
                  <a:pt x="927277" y="5511800"/>
                </a:lnTo>
                <a:lnTo>
                  <a:pt x="926439" y="5511800"/>
                </a:lnTo>
                <a:lnTo>
                  <a:pt x="944371" y="5549900"/>
                </a:lnTo>
                <a:lnTo>
                  <a:pt x="943521" y="5549900"/>
                </a:lnTo>
                <a:lnTo>
                  <a:pt x="961783" y="5588000"/>
                </a:lnTo>
                <a:lnTo>
                  <a:pt x="960920" y="5588000"/>
                </a:lnTo>
                <a:lnTo>
                  <a:pt x="979512" y="5626100"/>
                </a:lnTo>
                <a:lnTo>
                  <a:pt x="978636" y="5626100"/>
                </a:lnTo>
                <a:lnTo>
                  <a:pt x="997559" y="5676900"/>
                </a:lnTo>
                <a:lnTo>
                  <a:pt x="1001487" y="5676900"/>
                </a:lnTo>
                <a:lnTo>
                  <a:pt x="1015936" y="5715000"/>
                </a:lnTo>
                <a:lnTo>
                  <a:pt x="1019917" y="5715000"/>
                </a:lnTo>
                <a:lnTo>
                  <a:pt x="1034605" y="5753100"/>
                </a:lnTo>
                <a:lnTo>
                  <a:pt x="1033678" y="5753100"/>
                </a:lnTo>
                <a:lnTo>
                  <a:pt x="1053604" y="5791200"/>
                </a:lnTo>
                <a:lnTo>
                  <a:pt x="1052652" y="5791200"/>
                </a:lnTo>
                <a:lnTo>
                  <a:pt x="1072896" y="5829300"/>
                </a:lnTo>
                <a:lnTo>
                  <a:pt x="1071943" y="5829300"/>
                </a:lnTo>
                <a:lnTo>
                  <a:pt x="1092517" y="5867400"/>
                </a:lnTo>
                <a:lnTo>
                  <a:pt x="1091539" y="5867400"/>
                </a:lnTo>
                <a:lnTo>
                  <a:pt x="1112431" y="5905500"/>
                </a:lnTo>
                <a:lnTo>
                  <a:pt x="1111440" y="5905500"/>
                </a:lnTo>
                <a:lnTo>
                  <a:pt x="1132649" y="5943600"/>
                </a:lnTo>
                <a:lnTo>
                  <a:pt x="1131646" y="5943600"/>
                </a:lnTo>
                <a:lnTo>
                  <a:pt x="1153185" y="5981700"/>
                </a:lnTo>
                <a:lnTo>
                  <a:pt x="1152169" y="5981700"/>
                </a:lnTo>
                <a:lnTo>
                  <a:pt x="1174013" y="6019800"/>
                </a:lnTo>
                <a:lnTo>
                  <a:pt x="1172984" y="6019800"/>
                </a:lnTo>
                <a:lnTo>
                  <a:pt x="1195146" y="6057900"/>
                </a:lnTo>
                <a:lnTo>
                  <a:pt x="1194104" y="6057900"/>
                </a:lnTo>
                <a:lnTo>
                  <a:pt x="1216583" y="6096000"/>
                </a:lnTo>
                <a:lnTo>
                  <a:pt x="1215517" y="6096000"/>
                </a:lnTo>
                <a:lnTo>
                  <a:pt x="1238313" y="6134100"/>
                </a:lnTo>
                <a:lnTo>
                  <a:pt x="1243009" y="6134100"/>
                </a:lnTo>
                <a:lnTo>
                  <a:pt x="1260335" y="6172200"/>
                </a:lnTo>
                <a:lnTo>
                  <a:pt x="1267049" y="6172200"/>
                </a:lnTo>
                <a:lnTo>
                  <a:pt x="1282661" y="6197600"/>
                </a:lnTo>
                <a:lnTo>
                  <a:pt x="1281557" y="6197600"/>
                </a:lnTo>
                <a:lnTo>
                  <a:pt x="1305267" y="6235700"/>
                </a:lnTo>
                <a:lnTo>
                  <a:pt x="1304150" y="6235700"/>
                </a:lnTo>
                <a:lnTo>
                  <a:pt x="1328178" y="6273800"/>
                </a:lnTo>
                <a:lnTo>
                  <a:pt x="1327048" y="6273800"/>
                </a:lnTo>
                <a:lnTo>
                  <a:pt x="1351381" y="6311900"/>
                </a:lnTo>
                <a:lnTo>
                  <a:pt x="1350225" y="6311900"/>
                </a:lnTo>
                <a:lnTo>
                  <a:pt x="1374648" y="6337300"/>
                </a:lnTo>
                <a:lnTo>
                  <a:pt x="1374648" y="6794500"/>
                </a:lnTo>
                <a:lnTo>
                  <a:pt x="1169822" y="6946900"/>
                </a:lnTo>
                <a:close/>
              </a:path>
              <a:path w="1374775" h="6946900">
                <a:moveTo>
                  <a:pt x="1327048" y="673100"/>
                </a:moveTo>
                <a:lnTo>
                  <a:pt x="1328178" y="660400"/>
                </a:lnTo>
                <a:lnTo>
                  <a:pt x="1335159" y="660400"/>
                </a:lnTo>
                <a:lnTo>
                  <a:pt x="1327048" y="673100"/>
                </a:lnTo>
                <a:close/>
              </a:path>
              <a:path w="1374775" h="6946900">
                <a:moveTo>
                  <a:pt x="943521" y="1397000"/>
                </a:moveTo>
                <a:lnTo>
                  <a:pt x="944371" y="1384300"/>
                </a:lnTo>
                <a:lnTo>
                  <a:pt x="948086" y="1384300"/>
                </a:lnTo>
                <a:lnTo>
                  <a:pt x="943521" y="1397000"/>
                </a:lnTo>
                <a:close/>
              </a:path>
              <a:path w="1374775" h="6946900">
                <a:moveTo>
                  <a:pt x="787450" y="1803400"/>
                </a:moveTo>
                <a:lnTo>
                  <a:pt x="788149" y="1790700"/>
                </a:lnTo>
                <a:lnTo>
                  <a:pt x="791159" y="1790700"/>
                </a:lnTo>
                <a:lnTo>
                  <a:pt x="787450" y="1803400"/>
                </a:lnTo>
                <a:close/>
              </a:path>
              <a:path w="1374775" h="6946900">
                <a:moveTo>
                  <a:pt x="675728" y="2184400"/>
                </a:moveTo>
                <a:lnTo>
                  <a:pt x="676262" y="2171700"/>
                </a:lnTo>
                <a:lnTo>
                  <a:pt x="678624" y="2171700"/>
                </a:lnTo>
                <a:lnTo>
                  <a:pt x="675728" y="2184400"/>
                </a:lnTo>
                <a:close/>
              </a:path>
              <a:path w="1374775" h="6946900">
                <a:moveTo>
                  <a:pt x="527646" y="3111500"/>
                </a:moveTo>
                <a:lnTo>
                  <a:pt x="527799" y="3098800"/>
                </a:lnTo>
                <a:lnTo>
                  <a:pt x="528520" y="3098800"/>
                </a:lnTo>
                <a:lnTo>
                  <a:pt x="527646" y="3111500"/>
                </a:lnTo>
                <a:close/>
              </a:path>
              <a:path w="1374775" h="6946900">
                <a:moveTo>
                  <a:pt x="516864" y="3340100"/>
                </a:moveTo>
                <a:lnTo>
                  <a:pt x="516928" y="3327400"/>
                </a:lnTo>
                <a:lnTo>
                  <a:pt x="517229" y="3327400"/>
                </a:lnTo>
                <a:lnTo>
                  <a:pt x="516864" y="3340100"/>
                </a:lnTo>
                <a:close/>
              </a:path>
              <a:path w="1374775" h="6946900">
                <a:moveTo>
                  <a:pt x="516131" y="3568700"/>
                </a:moveTo>
                <a:lnTo>
                  <a:pt x="515924" y="3568700"/>
                </a:lnTo>
                <a:lnTo>
                  <a:pt x="515912" y="3560611"/>
                </a:lnTo>
                <a:lnTo>
                  <a:pt x="516131" y="3568700"/>
                </a:lnTo>
                <a:close/>
              </a:path>
              <a:path w="1374775" h="6946900">
                <a:moveTo>
                  <a:pt x="520553" y="3708400"/>
                </a:moveTo>
                <a:lnTo>
                  <a:pt x="520103" y="3708400"/>
                </a:lnTo>
                <a:lnTo>
                  <a:pt x="520014" y="3695700"/>
                </a:lnTo>
                <a:lnTo>
                  <a:pt x="520553" y="3708400"/>
                </a:lnTo>
                <a:close/>
              </a:path>
              <a:path w="1374775" h="6946900">
                <a:moveTo>
                  <a:pt x="544490" y="4025900"/>
                </a:moveTo>
                <a:lnTo>
                  <a:pt x="543445" y="4025900"/>
                </a:lnTo>
                <a:lnTo>
                  <a:pt x="543217" y="4013200"/>
                </a:lnTo>
                <a:lnTo>
                  <a:pt x="544490" y="4025900"/>
                </a:lnTo>
                <a:close/>
              </a:path>
              <a:path w="1374775" h="6946900">
                <a:moveTo>
                  <a:pt x="554758" y="4114800"/>
                </a:moveTo>
                <a:lnTo>
                  <a:pt x="553554" y="4114800"/>
                </a:lnTo>
                <a:lnTo>
                  <a:pt x="553288" y="4102100"/>
                </a:lnTo>
                <a:lnTo>
                  <a:pt x="554758" y="4114800"/>
                </a:lnTo>
                <a:close/>
              </a:path>
              <a:path w="1374775" h="6946900">
                <a:moveTo>
                  <a:pt x="566512" y="4203700"/>
                </a:moveTo>
                <a:lnTo>
                  <a:pt x="565150" y="4203700"/>
                </a:lnTo>
                <a:lnTo>
                  <a:pt x="564845" y="4191000"/>
                </a:lnTo>
                <a:lnTo>
                  <a:pt x="566512" y="4203700"/>
                </a:lnTo>
                <a:close/>
              </a:path>
              <a:path w="1374775" h="6946900">
                <a:moveTo>
                  <a:pt x="579761" y="4292600"/>
                </a:moveTo>
                <a:lnTo>
                  <a:pt x="578243" y="4292600"/>
                </a:lnTo>
                <a:lnTo>
                  <a:pt x="577900" y="4279900"/>
                </a:lnTo>
                <a:lnTo>
                  <a:pt x="579761" y="4292600"/>
                </a:lnTo>
                <a:close/>
              </a:path>
              <a:path w="1374775" h="6946900">
                <a:moveTo>
                  <a:pt x="594483" y="4381500"/>
                </a:moveTo>
                <a:lnTo>
                  <a:pt x="592810" y="4381500"/>
                </a:lnTo>
                <a:lnTo>
                  <a:pt x="592429" y="4368800"/>
                </a:lnTo>
                <a:lnTo>
                  <a:pt x="594483" y="4381500"/>
                </a:lnTo>
                <a:close/>
              </a:path>
              <a:path w="1374775" h="6946900">
                <a:moveTo>
                  <a:pt x="657425" y="4686300"/>
                </a:moveTo>
                <a:lnTo>
                  <a:pt x="655218" y="4686300"/>
                </a:lnTo>
                <a:lnTo>
                  <a:pt x="654710" y="4673600"/>
                </a:lnTo>
                <a:lnTo>
                  <a:pt x="657425" y="4686300"/>
                </a:lnTo>
                <a:close/>
              </a:path>
              <a:path w="1374775" h="6946900">
                <a:moveTo>
                  <a:pt x="689740" y="4813300"/>
                </a:moveTo>
                <a:lnTo>
                  <a:pt x="687311" y="4813300"/>
                </a:lnTo>
                <a:lnTo>
                  <a:pt x="686752" y="4800600"/>
                </a:lnTo>
                <a:lnTo>
                  <a:pt x="689740" y="4813300"/>
                </a:lnTo>
                <a:close/>
              </a:path>
              <a:path w="1374775" h="6946900">
                <a:moveTo>
                  <a:pt x="763752" y="5067300"/>
                </a:moveTo>
                <a:lnTo>
                  <a:pt x="760882" y="5067300"/>
                </a:lnTo>
                <a:lnTo>
                  <a:pt x="760221" y="5054600"/>
                </a:lnTo>
                <a:lnTo>
                  <a:pt x="763752" y="5067300"/>
                </a:lnTo>
                <a:close/>
              </a:path>
              <a:path w="1374775" h="6946900">
                <a:moveTo>
                  <a:pt x="819908" y="5232400"/>
                </a:moveTo>
                <a:lnTo>
                  <a:pt x="816749" y="5232400"/>
                </a:lnTo>
                <a:lnTo>
                  <a:pt x="816025" y="5219700"/>
                </a:lnTo>
                <a:lnTo>
                  <a:pt x="819908" y="5232400"/>
                </a:lnTo>
                <a:close/>
              </a:path>
              <a:path w="1374775" h="6946900">
                <a:moveTo>
                  <a:pt x="881389" y="5397500"/>
                </a:moveTo>
                <a:lnTo>
                  <a:pt x="877951" y="5397500"/>
                </a:lnTo>
                <a:lnTo>
                  <a:pt x="877163" y="5384800"/>
                </a:lnTo>
                <a:lnTo>
                  <a:pt x="881389" y="5397500"/>
                </a:lnTo>
                <a:close/>
              </a:path>
              <a:path w="1374775" h="6946900">
                <a:moveTo>
                  <a:pt x="1001487" y="5676900"/>
                </a:moveTo>
                <a:lnTo>
                  <a:pt x="997559" y="5676900"/>
                </a:lnTo>
                <a:lnTo>
                  <a:pt x="996670" y="5664200"/>
                </a:lnTo>
                <a:lnTo>
                  <a:pt x="1001487" y="5676900"/>
                </a:lnTo>
                <a:close/>
              </a:path>
              <a:path w="1374775" h="6946900">
                <a:moveTo>
                  <a:pt x="1019917" y="5715000"/>
                </a:moveTo>
                <a:lnTo>
                  <a:pt x="1015936" y="5715000"/>
                </a:lnTo>
                <a:lnTo>
                  <a:pt x="1015022" y="5702300"/>
                </a:lnTo>
                <a:lnTo>
                  <a:pt x="1019917" y="5715000"/>
                </a:lnTo>
                <a:close/>
              </a:path>
              <a:path w="1374775" h="6946900">
                <a:moveTo>
                  <a:pt x="1243009" y="6134100"/>
                </a:moveTo>
                <a:lnTo>
                  <a:pt x="1238313" y="6134100"/>
                </a:lnTo>
                <a:lnTo>
                  <a:pt x="1237234" y="6121400"/>
                </a:lnTo>
                <a:lnTo>
                  <a:pt x="1243009" y="6134100"/>
                </a:lnTo>
                <a:close/>
              </a:path>
              <a:path w="1374775" h="6946900">
                <a:moveTo>
                  <a:pt x="1267049" y="6172200"/>
                </a:moveTo>
                <a:lnTo>
                  <a:pt x="1260335" y="6172200"/>
                </a:lnTo>
                <a:lnTo>
                  <a:pt x="1259243" y="6159500"/>
                </a:lnTo>
                <a:lnTo>
                  <a:pt x="1267049" y="61722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185" dirty="0"/>
              <a:t> </a:t>
            </a:r>
            <a:r>
              <a:rPr spc="-10" dirty="0"/>
              <a:t>SCREENSHOTS</a:t>
            </a:r>
            <a:endParaRPr spc="-10" dirty="0"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1722120"/>
            <a:ext cx="14996160" cy="78470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993648"/>
                </a:moveTo>
                <a:lnTo>
                  <a:pt x="448983" y="991374"/>
                </a:lnTo>
                <a:lnTo>
                  <a:pt x="402412" y="984694"/>
                </a:lnTo>
                <a:lnTo>
                  <a:pt x="357352" y="973810"/>
                </a:lnTo>
                <a:lnTo>
                  <a:pt x="313994" y="958926"/>
                </a:lnTo>
                <a:lnTo>
                  <a:pt x="272541" y="940269"/>
                </a:lnTo>
                <a:lnTo>
                  <a:pt x="233210" y="918032"/>
                </a:lnTo>
                <a:lnTo>
                  <a:pt x="196202" y="892429"/>
                </a:lnTo>
                <a:lnTo>
                  <a:pt x="161734" y="863650"/>
                </a:lnTo>
                <a:lnTo>
                  <a:pt x="130009" y="831938"/>
                </a:lnTo>
                <a:lnTo>
                  <a:pt x="101244" y="797471"/>
                </a:lnTo>
                <a:lnTo>
                  <a:pt x="75628" y="760463"/>
                </a:lnTo>
                <a:lnTo>
                  <a:pt x="53390" y="721131"/>
                </a:lnTo>
                <a:lnTo>
                  <a:pt x="34721" y="679678"/>
                </a:lnTo>
                <a:lnTo>
                  <a:pt x="19850" y="636320"/>
                </a:lnTo>
                <a:lnTo>
                  <a:pt x="8953" y="591248"/>
                </a:lnTo>
                <a:lnTo>
                  <a:pt x="2273" y="544677"/>
                </a:lnTo>
                <a:lnTo>
                  <a:pt x="0" y="496824"/>
                </a:lnTo>
                <a:lnTo>
                  <a:pt x="2273" y="448970"/>
                </a:lnTo>
                <a:lnTo>
                  <a:pt x="8953" y="402399"/>
                </a:lnTo>
                <a:lnTo>
                  <a:pt x="19850" y="357327"/>
                </a:lnTo>
                <a:lnTo>
                  <a:pt x="34721" y="313956"/>
                </a:lnTo>
                <a:lnTo>
                  <a:pt x="53390" y="272503"/>
                </a:lnTo>
                <a:lnTo>
                  <a:pt x="75628" y="233172"/>
                </a:lnTo>
                <a:lnTo>
                  <a:pt x="101244" y="196176"/>
                </a:lnTo>
                <a:lnTo>
                  <a:pt x="130009" y="161709"/>
                </a:lnTo>
                <a:lnTo>
                  <a:pt x="161734" y="129984"/>
                </a:lnTo>
                <a:lnTo>
                  <a:pt x="196202" y="101219"/>
                </a:lnTo>
                <a:lnTo>
                  <a:pt x="233210" y="75615"/>
                </a:lnTo>
                <a:lnTo>
                  <a:pt x="272541" y="53378"/>
                </a:lnTo>
                <a:lnTo>
                  <a:pt x="313994" y="34709"/>
                </a:lnTo>
                <a:lnTo>
                  <a:pt x="357352" y="19837"/>
                </a:lnTo>
                <a:lnTo>
                  <a:pt x="402412" y="8953"/>
                </a:lnTo>
                <a:lnTo>
                  <a:pt x="448983" y="2273"/>
                </a:lnTo>
                <a:lnTo>
                  <a:pt x="496823" y="0"/>
                </a:lnTo>
                <a:lnTo>
                  <a:pt x="544677" y="2273"/>
                </a:lnTo>
                <a:lnTo>
                  <a:pt x="591248" y="8953"/>
                </a:lnTo>
                <a:lnTo>
                  <a:pt x="636320" y="19837"/>
                </a:lnTo>
                <a:lnTo>
                  <a:pt x="679678" y="34709"/>
                </a:lnTo>
                <a:lnTo>
                  <a:pt x="721131" y="53378"/>
                </a:lnTo>
                <a:lnTo>
                  <a:pt x="760463" y="75615"/>
                </a:lnTo>
                <a:lnTo>
                  <a:pt x="797471" y="101219"/>
                </a:lnTo>
                <a:lnTo>
                  <a:pt x="831938" y="129984"/>
                </a:lnTo>
                <a:lnTo>
                  <a:pt x="863650" y="161709"/>
                </a:lnTo>
                <a:lnTo>
                  <a:pt x="892429" y="196176"/>
                </a:lnTo>
                <a:lnTo>
                  <a:pt x="918032" y="233172"/>
                </a:lnTo>
                <a:lnTo>
                  <a:pt x="940269" y="272503"/>
                </a:lnTo>
                <a:lnTo>
                  <a:pt x="958926" y="313956"/>
                </a:lnTo>
                <a:lnTo>
                  <a:pt x="973810" y="357327"/>
                </a:lnTo>
                <a:lnTo>
                  <a:pt x="984694" y="402399"/>
                </a:lnTo>
                <a:lnTo>
                  <a:pt x="991374" y="448970"/>
                </a:lnTo>
                <a:lnTo>
                  <a:pt x="993648" y="496824"/>
                </a:lnTo>
                <a:lnTo>
                  <a:pt x="991374" y="544677"/>
                </a:lnTo>
                <a:lnTo>
                  <a:pt x="984694" y="591248"/>
                </a:lnTo>
                <a:lnTo>
                  <a:pt x="973810" y="636320"/>
                </a:lnTo>
                <a:lnTo>
                  <a:pt x="958926" y="679678"/>
                </a:lnTo>
                <a:lnTo>
                  <a:pt x="940269" y="721131"/>
                </a:lnTo>
                <a:lnTo>
                  <a:pt x="918032" y="760463"/>
                </a:lnTo>
                <a:lnTo>
                  <a:pt x="892429" y="797471"/>
                </a:lnTo>
                <a:lnTo>
                  <a:pt x="863650" y="831938"/>
                </a:lnTo>
                <a:lnTo>
                  <a:pt x="831938" y="863650"/>
                </a:lnTo>
                <a:lnTo>
                  <a:pt x="797471" y="892429"/>
                </a:lnTo>
                <a:lnTo>
                  <a:pt x="760463" y="918032"/>
                </a:lnTo>
                <a:lnTo>
                  <a:pt x="721131" y="940269"/>
                </a:lnTo>
                <a:lnTo>
                  <a:pt x="679678" y="958926"/>
                </a:lnTo>
                <a:lnTo>
                  <a:pt x="636320" y="973810"/>
                </a:lnTo>
                <a:lnTo>
                  <a:pt x="591248" y="984694"/>
                </a:lnTo>
                <a:lnTo>
                  <a:pt x="544677" y="991374"/>
                </a:lnTo>
                <a:lnTo>
                  <a:pt x="496823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5372" y="331320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603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5372" y="1978177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89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4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89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89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89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89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89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89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89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7"/>
                </a:lnTo>
                <a:lnTo>
                  <a:pt x="417182" y="482854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7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89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89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89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89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89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89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89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89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89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89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5372" y="3980713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3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5372" y="264568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5372" y="5315737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6" y="526046"/>
                </a:lnTo>
                <a:lnTo>
                  <a:pt x="212799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4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6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596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5372" y="4648225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5372" y="598324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5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841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5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5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5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5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5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5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5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5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5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5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5">
                <a:moveTo>
                  <a:pt x="171597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5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5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5372" y="7757185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90">
                <a:moveTo>
                  <a:pt x="257987" y="554685"/>
                </a:moveTo>
                <a:lnTo>
                  <a:pt x="257098" y="554685"/>
                </a:lnTo>
                <a:lnTo>
                  <a:pt x="211632" y="550290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85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60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3281" y="413169"/>
                </a:lnTo>
                <a:lnTo>
                  <a:pt x="45772" y="416852"/>
                </a:lnTo>
                <a:lnTo>
                  <a:pt x="67481" y="449973"/>
                </a:lnTo>
                <a:lnTo>
                  <a:pt x="67610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3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0"/>
                </a:lnTo>
                <a:lnTo>
                  <a:pt x="257987" y="554685"/>
                </a:lnTo>
                <a:close/>
              </a:path>
              <a:path w="515619" h="554990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90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90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90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90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90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90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6"/>
                </a:lnTo>
                <a:lnTo>
                  <a:pt x="417182" y="482853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6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90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90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90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90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90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90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90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90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90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90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3691" y="2092579"/>
            <a:ext cx="697865" cy="605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085"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254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1524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254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marR="889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7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solidFill>
                  <a:srgbClr val="001F5F"/>
                </a:solidFill>
                <a:latin typeface="Tahoma" panose="020B0604030504040204"/>
                <a:cs typeface="Tahoma" panose="020B0604030504040204"/>
              </a:rPr>
              <a:t>8(B)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400">
              <a:latin typeface="Tahoma" panose="020B0604030504040204"/>
              <a:cs typeface="Tahoma" panose="020B0604030504040204"/>
            </a:endParaRPr>
          </a:p>
          <a:p>
            <a:pPr marR="889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913352" y="1842782"/>
            <a:ext cx="1374775" cy="6946900"/>
          </a:xfrm>
          <a:custGeom>
            <a:avLst/>
            <a:gdLst/>
            <a:ahLst/>
            <a:cxnLst/>
            <a:rect l="l" t="t" r="r" b="b"/>
            <a:pathLst>
              <a:path w="1374775" h="6946900">
                <a:moveTo>
                  <a:pt x="1169822" y="6946900"/>
                </a:moveTo>
                <a:lnTo>
                  <a:pt x="1160716" y="6934200"/>
                </a:lnTo>
                <a:lnTo>
                  <a:pt x="1133728" y="6896100"/>
                </a:lnTo>
                <a:lnTo>
                  <a:pt x="1104544" y="6858000"/>
                </a:lnTo>
                <a:lnTo>
                  <a:pt x="1076909" y="6819900"/>
                </a:lnTo>
                <a:lnTo>
                  <a:pt x="1050798" y="6781800"/>
                </a:lnTo>
                <a:lnTo>
                  <a:pt x="1022565" y="6743700"/>
                </a:lnTo>
                <a:lnTo>
                  <a:pt x="995857" y="6705600"/>
                </a:lnTo>
                <a:lnTo>
                  <a:pt x="970622" y="6667500"/>
                </a:lnTo>
                <a:lnTo>
                  <a:pt x="943368" y="6629400"/>
                </a:lnTo>
                <a:lnTo>
                  <a:pt x="918730" y="6591300"/>
                </a:lnTo>
                <a:lnTo>
                  <a:pt x="892124" y="6553200"/>
                </a:lnTo>
                <a:lnTo>
                  <a:pt x="866990" y="6515100"/>
                </a:lnTo>
                <a:lnTo>
                  <a:pt x="842162" y="6464300"/>
                </a:lnTo>
                <a:lnTo>
                  <a:pt x="817664" y="6426200"/>
                </a:lnTo>
                <a:lnTo>
                  <a:pt x="793483" y="6388100"/>
                </a:lnTo>
                <a:lnTo>
                  <a:pt x="769632" y="6350000"/>
                </a:lnTo>
                <a:lnTo>
                  <a:pt x="746099" y="6311900"/>
                </a:lnTo>
                <a:lnTo>
                  <a:pt x="722909" y="6261100"/>
                </a:lnTo>
                <a:lnTo>
                  <a:pt x="700036" y="6223000"/>
                </a:lnTo>
                <a:lnTo>
                  <a:pt x="677506" y="6184900"/>
                </a:lnTo>
                <a:lnTo>
                  <a:pt x="656285" y="6146800"/>
                </a:lnTo>
                <a:lnTo>
                  <a:pt x="634403" y="6096000"/>
                </a:lnTo>
                <a:lnTo>
                  <a:pt x="611898" y="6057900"/>
                </a:lnTo>
                <a:lnTo>
                  <a:pt x="591654" y="6019800"/>
                </a:lnTo>
                <a:lnTo>
                  <a:pt x="569861" y="5969000"/>
                </a:lnTo>
                <a:lnTo>
                  <a:pt x="549351" y="5930900"/>
                </a:lnTo>
                <a:lnTo>
                  <a:pt x="529196" y="5880100"/>
                </a:lnTo>
                <a:lnTo>
                  <a:pt x="510260" y="5842000"/>
                </a:lnTo>
                <a:lnTo>
                  <a:pt x="489915" y="5803900"/>
                </a:lnTo>
                <a:lnTo>
                  <a:pt x="470788" y="5753100"/>
                </a:lnTo>
                <a:lnTo>
                  <a:pt x="452031" y="5715000"/>
                </a:lnTo>
                <a:lnTo>
                  <a:pt x="433616" y="5664200"/>
                </a:lnTo>
                <a:lnTo>
                  <a:pt x="415556" y="5626100"/>
                </a:lnTo>
                <a:lnTo>
                  <a:pt x="397865" y="5575300"/>
                </a:lnTo>
                <a:lnTo>
                  <a:pt x="380517" y="5537200"/>
                </a:lnTo>
                <a:lnTo>
                  <a:pt x="363537" y="5486400"/>
                </a:lnTo>
                <a:lnTo>
                  <a:pt x="347662" y="5448300"/>
                </a:lnTo>
                <a:lnTo>
                  <a:pt x="330669" y="5397500"/>
                </a:lnTo>
                <a:lnTo>
                  <a:pt x="314782" y="5359400"/>
                </a:lnTo>
                <a:lnTo>
                  <a:pt x="299262" y="5308600"/>
                </a:lnTo>
                <a:lnTo>
                  <a:pt x="284111" y="5257800"/>
                </a:lnTo>
                <a:lnTo>
                  <a:pt x="269341" y="5219700"/>
                </a:lnTo>
                <a:lnTo>
                  <a:pt x="254939" y="5168900"/>
                </a:lnTo>
                <a:lnTo>
                  <a:pt x="240906" y="5118100"/>
                </a:lnTo>
                <a:lnTo>
                  <a:pt x="227253" y="5080000"/>
                </a:lnTo>
                <a:lnTo>
                  <a:pt x="213982" y="5029200"/>
                </a:lnTo>
                <a:lnTo>
                  <a:pt x="201091" y="4978400"/>
                </a:lnTo>
                <a:lnTo>
                  <a:pt x="188582" y="4940300"/>
                </a:lnTo>
                <a:lnTo>
                  <a:pt x="176453" y="4889500"/>
                </a:lnTo>
                <a:lnTo>
                  <a:pt x="164719" y="4838700"/>
                </a:lnTo>
                <a:lnTo>
                  <a:pt x="153365" y="4800600"/>
                </a:lnTo>
                <a:lnTo>
                  <a:pt x="142887" y="4749800"/>
                </a:lnTo>
                <a:lnTo>
                  <a:pt x="131838" y="4699000"/>
                </a:lnTo>
                <a:lnTo>
                  <a:pt x="121653" y="4648200"/>
                </a:lnTo>
                <a:lnTo>
                  <a:pt x="111874" y="4610100"/>
                </a:lnTo>
                <a:lnTo>
                  <a:pt x="102488" y="4559300"/>
                </a:lnTo>
                <a:lnTo>
                  <a:pt x="93510" y="4508500"/>
                </a:lnTo>
                <a:lnTo>
                  <a:pt x="85293" y="4457700"/>
                </a:lnTo>
                <a:lnTo>
                  <a:pt x="76733" y="4406900"/>
                </a:lnTo>
                <a:lnTo>
                  <a:pt x="68961" y="4368800"/>
                </a:lnTo>
                <a:lnTo>
                  <a:pt x="61899" y="4318000"/>
                </a:lnTo>
                <a:lnTo>
                  <a:pt x="54914" y="4267200"/>
                </a:lnTo>
                <a:lnTo>
                  <a:pt x="48056" y="4216400"/>
                </a:lnTo>
                <a:lnTo>
                  <a:pt x="41909" y="4165600"/>
                </a:lnTo>
                <a:lnTo>
                  <a:pt x="36423" y="4127500"/>
                </a:lnTo>
                <a:lnTo>
                  <a:pt x="30861" y="4076700"/>
                </a:lnTo>
                <a:lnTo>
                  <a:pt x="21475" y="3975100"/>
                </a:lnTo>
                <a:lnTo>
                  <a:pt x="17576" y="3924300"/>
                </a:lnTo>
                <a:lnTo>
                  <a:pt x="13766" y="3873500"/>
                </a:lnTo>
                <a:lnTo>
                  <a:pt x="10540" y="3822700"/>
                </a:lnTo>
                <a:lnTo>
                  <a:pt x="7861" y="3771900"/>
                </a:lnTo>
                <a:lnTo>
                  <a:pt x="5473" y="3721100"/>
                </a:lnTo>
                <a:lnTo>
                  <a:pt x="3517" y="3670300"/>
                </a:lnTo>
                <a:lnTo>
                  <a:pt x="1930" y="3619500"/>
                </a:lnTo>
                <a:lnTo>
                  <a:pt x="888" y="3568700"/>
                </a:lnTo>
                <a:lnTo>
                  <a:pt x="203" y="3517900"/>
                </a:lnTo>
                <a:lnTo>
                  <a:pt x="0" y="3467100"/>
                </a:lnTo>
                <a:lnTo>
                  <a:pt x="152" y="3429000"/>
                </a:lnTo>
                <a:lnTo>
                  <a:pt x="203" y="3416300"/>
                </a:lnTo>
                <a:lnTo>
                  <a:pt x="850" y="3365500"/>
                </a:lnTo>
                <a:lnTo>
                  <a:pt x="1930" y="3314700"/>
                </a:lnTo>
                <a:lnTo>
                  <a:pt x="3441" y="3276600"/>
                </a:lnTo>
                <a:lnTo>
                  <a:pt x="5384" y="3225800"/>
                </a:lnTo>
                <a:lnTo>
                  <a:pt x="5473" y="3213100"/>
                </a:lnTo>
                <a:lnTo>
                  <a:pt x="7746" y="3175000"/>
                </a:lnTo>
                <a:lnTo>
                  <a:pt x="10540" y="3124200"/>
                </a:lnTo>
                <a:lnTo>
                  <a:pt x="13919" y="3073400"/>
                </a:lnTo>
                <a:lnTo>
                  <a:pt x="17576" y="3022600"/>
                </a:lnTo>
                <a:lnTo>
                  <a:pt x="21666" y="2971800"/>
                </a:lnTo>
                <a:lnTo>
                  <a:pt x="26161" y="2921000"/>
                </a:lnTo>
                <a:lnTo>
                  <a:pt x="31089" y="2870200"/>
                </a:lnTo>
                <a:lnTo>
                  <a:pt x="36423" y="2819400"/>
                </a:lnTo>
                <a:lnTo>
                  <a:pt x="42176" y="2768600"/>
                </a:lnTo>
                <a:lnTo>
                  <a:pt x="48056" y="2717800"/>
                </a:lnTo>
                <a:lnTo>
                  <a:pt x="54914" y="2667000"/>
                </a:lnTo>
                <a:lnTo>
                  <a:pt x="61899" y="2628900"/>
                </a:lnTo>
                <a:lnTo>
                  <a:pt x="76733" y="2527300"/>
                </a:lnTo>
                <a:lnTo>
                  <a:pt x="85293" y="2476500"/>
                </a:lnTo>
                <a:lnTo>
                  <a:pt x="93903" y="2425700"/>
                </a:lnTo>
                <a:lnTo>
                  <a:pt x="102488" y="2387600"/>
                </a:lnTo>
                <a:lnTo>
                  <a:pt x="112306" y="2336800"/>
                </a:lnTo>
                <a:lnTo>
                  <a:pt x="121653" y="2286000"/>
                </a:lnTo>
                <a:lnTo>
                  <a:pt x="132308" y="2235200"/>
                </a:lnTo>
                <a:lnTo>
                  <a:pt x="142887" y="2197100"/>
                </a:lnTo>
                <a:lnTo>
                  <a:pt x="153365" y="2146300"/>
                </a:lnTo>
                <a:lnTo>
                  <a:pt x="165239" y="2095500"/>
                </a:lnTo>
                <a:lnTo>
                  <a:pt x="176453" y="2057400"/>
                </a:lnTo>
                <a:lnTo>
                  <a:pt x="189141" y="2006600"/>
                </a:lnTo>
                <a:lnTo>
                  <a:pt x="201663" y="1955800"/>
                </a:lnTo>
                <a:lnTo>
                  <a:pt x="213982" y="1905000"/>
                </a:lnTo>
                <a:lnTo>
                  <a:pt x="227863" y="1866900"/>
                </a:lnTo>
                <a:lnTo>
                  <a:pt x="241528" y="1816100"/>
                </a:lnTo>
                <a:lnTo>
                  <a:pt x="255574" y="1765300"/>
                </a:lnTo>
                <a:lnTo>
                  <a:pt x="270001" y="1727200"/>
                </a:lnTo>
                <a:lnTo>
                  <a:pt x="284111" y="1676400"/>
                </a:lnTo>
                <a:lnTo>
                  <a:pt x="299262" y="1638300"/>
                </a:lnTo>
                <a:lnTo>
                  <a:pt x="315493" y="1587500"/>
                </a:lnTo>
                <a:lnTo>
                  <a:pt x="331393" y="1536700"/>
                </a:lnTo>
                <a:lnTo>
                  <a:pt x="347662" y="1498600"/>
                </a:lnTo>
                <a:lnTo>
                  <a:pt x="363537" y="1447800"/>
                </a:lnTo>
                <a:lnTo>
                  <a:pt x="381292" y="1409700"/>
                </a:lnTo>
                <a:lnTo>
                  <a:pt x="398653" y="1358900"/>
                </a:lnTo>
                <a:lnTo>
                  <a:pt x="415556" y="1320800"/>
                </a:lnTo>
                <a:lnTo>
                  <a:pt x="434441" y="1270000"/>
                </a:lnTo>
                <a:lnTo>
                  <a:pt x="452869" y="1231900"/>
                </a:lnTo>
                <a:lnTo>
                  <a:pt x="470788" y="1193800"/>
                </a:lnTo>
                <a:lnTo>
                  <a:pt x="490778" y="1143000"/>
                </a:lnTo>
                <a:lnTo>
                  <a:pt x="510260" y="1092200"/>
                </a:lnTo>
                <a:lnTo>
                  <a:pt x="530098" y="1054100"/>
                </a:lnTo>
                <a:lnTo>
                  <a:pt x="550265" y="1016000"/>
                </a:lnTo>
                <a:lnTo>
                  <a:pt x="570788" y="965200"/>
                </a:lnTo>
                <a:lnTo>
                  <a:pt x="591654" y="927100"/>
                </a:lnTo>
                <a:lnTo>
                  <a:pt x="611898" y="889000"/>
                </a:lnTo>
                <a:lnTo>
                  <a:pt x="634403" y="838200"/>
                </a:lnTo>
                <a:lnTo>
                  <a:pt x="656285" y="800100"/>
                </a:lnTo>
                <a:lnTo>
                  <a:pt x="677494" y="762000"/>
                </a:lnTo>
                <a:lnTo>
                  <a:pt x="701052" y="711200"/>
                </a:lnTo>
                <a:lnTo>
                  <a:pt x="723938" y="673100"/>
                </a:lnTo>
                <a:lnTo>
                  <a:pt x="747153" y="635000"/>
                </a:lnTo>
                <a:lnTo>
                  <a:pt x="770686" y="596900"/>
                </a:lnTo>
                <a:lnTo>
                  <a:pt x="794562" y="546100"/>
                </a:lnTo>
                <a:lnTo>
                  <a:pt x="817664" y="508000"/>
                </a:lnTo>
                <a:lnTo>
                  <a:pt x="843267" y="469900"/>
                </a:lnTo>
                <a:lnTo>
                  <a:pt x="868108" y="431800"/>
                </a:lnTo>
                <a:lnTo>
                  <a:pt x="893254" y="393700"/>
                </a:lnTo>
                <a:lnTo>
                  <a:pt x="918730" y="355600"/>
                </a:lnTo>
                <a:lnTo>
                  <a:pt x="944524" y="304800"/>
                </a:lnTo>
                <a:lnTo>
                  <a:pt x="970622" y="266700"/>
                </a:lnTo>
                <a:lnTo>
                  <a:pt x="997038" y="228600"/>
                </a:lnTo>
                <a:lnTo>
                  <a:pt x="1023759" y="190500"/>
                </a:lnTo>
                <a:lnTo>
                  <a:pt x="1050798" y="152400"/>
                </a:lnTo>
                <a:lnTo>
                  <a:pt x="1078141" y="114300"/>
                </a:lnTo>
                <a:lnTo>
                  <a:pt x="1104544" y="76200"/>
                </a:lnTo>
                <a:lnTo>
                  <a:pt x="1134021" y="38100"/>
                </a:lnTo>
                <a:lnTo>
                  <a:pt x="1168831" y="0"/>
                </a:lnTo>
                <a:lnTo>
                  <a:pt x="1374648" y="152400"/>
                </a:lnTo>
                <a:lnTo>
                  <a:pt x="1374648" y="584200"/>
                </a:lnTo>
                <a:lnTo>
                  <a:pt x="1373708" y="596900"/>
                </a:lnTo>
                <a:lnTo>
                  <a:pt x="1374648" y="596900"/>
                </a:lnTo>
                <a:lnTo>
                  <a:pt x="1350225" y="635000"/>
                </a:lnTo>
                <a:lnTo>
                  <a:pt x="1351381" y="635000"/>
                </a:lnTo>
                <a:lnTo>
                  <a:pt x="1335159" y="660400"/>
                </a:lnTo>
                <a:lnTo>
                  <a:pt x="1328178" y="660400"/>
                </a:lnTo>
                <a:lnTo>
                  <a:pt x="1304150" y="698500"/>
                </a:lnTo>
                <a:lnTo>
                  <a:pt x="1305267" y="698500"/>
                </a:lnTo>
                <a:lnTo>
                  <a:pt x="1281557" y="736600"/>
                </a:lnTo>
                <a:lnTo>
                  <a:pt x="1282661" y="736600"/>
                </a:lnTo>
                <a:lnTo>
                  <a:pt x="1259243" y="774700"/>
                </a:lnTo>
                <a:lnTo>
                  <a:pt x="1260335" y="774700"/>
                </a:lnTo>
                <a:lnTo>
                  <a:pt x="1237234" y="812800"/>
                </a:lnTo>
                <a:lnTo>
                  <a:pt x="1238313" y="812800"/>
                </a:lnTo>
                <a:lnTo>
                  <a:pt x="1215517" y="850900"/>
                </a:lnTo>
                <a:lnTo>
                  <a:pt x="1216583" y="850900"/>
                </a:lnTo>
                <a:lnTo>
                  <a:pt x="1194092" y="889000"/>
                </a:lnTo>
                <a:lnTo>
                  <a:pt x="1195146" y="889000"/>
                </a:lnTo>
                <a:lnTo>
                  <a:pt x="1172984" y="927100"/>
                </a:lnTo>
                <a:lnTo>
                  <a:pt x="1174013" y="927100"/>
                </a:lnTo>
                <a:lnTo>
                  <a:pt x="1152169" y="965200"/>
                </a:lnTo>
                <a:lnTo>
                  <a:pt x="1153185" y="965200"/>
                </a:lnTo>
                <a:lnTo>
                  <a:pt x="1131646" y="1003300"/>
                </a:lnTo>
                <a:lnTo>
                  <a:pt x="1132649" y="1003300"/>
                </a:lnTo>
                <a:lnTo>
                  <a:pt x="1111440" y="1041400"/>
                </a:lnTo>
                <a:lnTo>
                  <a:pt x="1112431" y="1041400"/>
                </a:lnTo>
                <a:lnTo>
                  <a:pt x="1091539" y="1079500"/>
                </a:lnTo>
                <a:lnTo>
                  <a:pt x="1092517" y="1079500"/>
                </a:lnTo>
                <a:lnTo>
                  <a:pt x="1071943" y="1117600"/>
                </a:lnTo>
                <a:lnTo>
                  <a:pt x="1072896" y="1117600"/>
                </a:lnTo>
                <a:lnTo>
                  <a:pt x="1052652" y="1155700"/>
                </a:lnTo>
                <a:lnTo>
                  <a:pt x="1053604" y="1155700"/>
                </a:lnTo>
                <a:lnTo>
                  <a:pt x="1033678" y="1193800"/>
                </a:lnTo>
                <a:lnTo>
                  <a:pt x="1034605" y="1193800"/>
                </a:lnTo>
                <a:lnTo>
                  <a:pt x="1015022" y="1231900"/>
                </a:lnTo>
                <a:lnTo>
                  <a:pt x="1015936" y="1231900"/>
                </a:lnTo>
                <a:lnTo>
                  <a:pt x="996670" y="1270000"/>
                </a:lnTo>
                <a:lnTo>
                  <a:pt x="997572" y="1270000"/>
                </a:lnTo>
                <a:lnTo>
                  <a:pt x="978636" y="1308100"/>
                </a:lnTo>
                <a:lnTo>
                  <a:pt x="979512" y="1308100"/>
                </a:lnTo>
                <a:lnTo>
                  <a:pt x="960920" y="1346200"/>
                </a:lnTo>
                <a:lnTo>
                  <a:pt x="961783" y="1346200"/>
                </a:lnTo>
                <a:lnTo>
                  <a:pt x="948086" y="1384300"/>
                </a:lnTo>
                <a:lnTo>
                  <a:pt x="944371" y="1384300"/>
                </a:lnTo>
                <a:lnTo>
                  <a:pt x="926439" y="1435100"/>
                </a:lnTo>
                <a:lnTo>
                  <a:pt x="927277" y="1435100"/>
                </a:lnTo>
                <a:lnTo>
                  <a:pt x="909688" y="1473200"/>
                </a:lnTo>
                <a:lnTo>
                  <a:pt x="910513" y="1473200"/>
                </a:lnTo>
                <a:lnTo>
                  <a:pt x="893267" y="1511300"/>
                </a:lnTo>
                <a:lnTo>
                  <a:pt x="894067" y="1511300"/>
                </a:lnTo>
                <a:lnTo>
                  <a:pt x="877163" y="1549400"/>
                </a:lnTo>
                <a:lnTo>
                  <a:pt x="877951" y="1549400"/>
                </a:lnTo>
                <a:lnTo>
                  <a:pt x="861377" y="1587500"/>
                </a:lnTo>
                <a:lnTo>
                  <a:pt x="862152" y="1587500"/>
                </a:lnTo>
                <a:lnTo>
                  <a:pt x="845934" y="1638300"/>
                </a:lnTo>
                <a:lnTo>
                  <a:pt x="846683" y="1638300"/>
                </a:lnTo>
                <a:lnTo>
                  <a:pt x="830808" y="1676400"/>
                </a:lnTo>
                <a:lnTo>
                  <a:pt x="831557" y="1676400"/>
                </a:lnTo>
                <a:lnTo>
                  <a:pt x="816025" y="1714500"/>
                </a:lnTo>
                <a:lnTo>
                  <a:pt x="816749" y="1714500"/>
                </a:lnTo>
                <a:lnTo>
                  <a:pt x="801573" y="1752600"/>
                </a:lnTo>
                <a:lnTo>
                  <a:pt x="802284" y="1752600"/>
                </a:lnTo>
                <a:lnTo>
                  <a:pt x="791159" y="1790700"/>
                </a:lnTo>
                <a:lnTo>
                  <a:pt x="788149" y="1790700"/>
                </a:lnTo>
                <a:lnTo>
                  <a:pt x="773671" y="1841500"/>
                </a:lnTo>
                <a:lnTo>
                  <a:pt x="774344" y="1841500"/>
                </a:lnTo>
                <a:lnTo>
                  <a:pt x="760221" y="1879600"/>
                </a:lnTo>
                <a:lnTo>
                  <a:pt x="760882" y="1879600"/>
                </a:lnTo>
                <a:lnTo>
                  <a:pt x="747128" y="1917700"/>
                </a:lnTo>
                <a:lnTo>
                  <a:pt x="747763" y="1917700"/>
                </a:lnTo>
                <a:lnTo>
                  <a:pt x="734364" y="1968500"/>
                </a:lnTo>
                <a:lnTo>
                  <a:pt x="734987" y="1968500"/>
                </a:lnTo>
                <a:lnTo>
                  <a:pt x="721944" y="2006600"/>
                </a:lnTo>
                <a:lnTo>
                  <a:pt x="722553" y="2006600"/>
                </a:lnTo>
                <a:lnTo>
                  <a:pt x="709866" y="2044700"/>
                </a:lnTo>
                <a:lnTo>
                  <a:pt x="710450" y="2044700"/>
                </a:lnTo>
                <a:lnTo>
                  <a:pt x="698131" y="2095500"/>
                </a:lnTo>
                <a:lnTo>
                  <a:pt x="698703" y="2095500"/>
                </a:lnTo>
                <a:lnTo>
                  <a:pt x="686752" y="2133600"/>
                </a:lnTo>
                <a:lnTo>
                  <a:pt x="687311" y="2133600"/>
                </a:lnTo>
                <a:lnTo>
                  <a:pt x="678624" y="2171700"/>
                </a:lnTo>
                <a:lnTo>
                  <a:pt x="676262" y="2171700"/>
                </a:lnTo>
                <a:lnTo>
                  <a:pt x="665048" y="2222500"/>
                </a:lnTo>
                <a:lnTo>
                  <a:pt x="665568" y="2222500"/>
                </a:lnTo>
                <a:lnTo>
                  <a:pt x="654710" y="2260600"/>
                </a:lnTo>
                <a:lnTo>
                  <a:pt x="655218" y="2260600"/>
                </a:lnTo>
                <a:lnTo>
                  <a:pt x="644740" y="2311400"/>
                </a:lnTo>
                <a:lnTo>
                  <a:pt x="645223" y="2311400"/>
                </a:lnTo>
                <a:lnTo>
                  <a:pt x="635126" y="2349500"/>
                </a:lnTo>
                <a:lnTo>
                  <a:pt x="635596" y="2349500"/>
                </a:lnTo>
                <a:lnTo>
                  <a:pt x="625868" y="2387600"/>
                </a:lnTo>
                <a:lnTo>
                  <a:pt x="626313" y="2387600"/>
                </a:lnTo>
                <a:lnTo>
                  <a:pt x="616965" y="2438400"/>
                </a:lnTo>
                <a:lnTo>
                  <a:pt x="617397" y="2438400"/>
                </a:lnTo>
                <a:lnTo>
                  <a:pt x="608418" y="2476500"/>
                </a:lnTo>
                <a:lnTo>
                  <a:pt x="608838" y="2476500"/>
                </a:lnTo>
                <a:lnTo>
                  <a:pt x="600240" y="2527300"/>
                </a:lnTo>
                <a:lnTo>
                  <a:pt x="600646" y="2527300"/>
                </a:lnTo>
                <a:lnTo>
                  <a:pt x="592429" y="2565400"/>
                </a:lnTo>
                <a:lnTo>
                  <a:pt x="592810" y="2565400"/>
                </a:lnTo>
                <a:lnTo>
                  <a:pt x="584987" y="2616200"/>
                </a:lnTo>
                <a:lnTo>
                  <a:pt x="585342" y="2616200"/>
                </a:lnTo>
                <a:lnTo>
                  <a:pt x="577900" y="2654300"/>
                </a:lnTo>
                <a:lnTo>
                  <a:pt x="578243" y="2654300"/>
                </a:lnTo>
                <a:lnTo>
                  <a:pt x="571195" y="2705100"/>
                </a:lnTo>
                <a:lnTo>
                  <a:pt x="571512" y="2705100"/>
                </a:lnTo>
                <a:lnTo>
                  <a:pt x="564845" y="2743200"/>
                </a:lnTo>
                <a:lnTo>
                  <a:pt x="565150" y="2743200"/>
                </a:lnTo>
                <a:lnTo>
                  <a:pt x="558876" y="2794000"/>
                </a:lnTo>
                <a:lnTo>
                  <a:pt x="559168" y="2794000"/>
                </a:lnTo>
                <a:lnTo>
                  <a:pt x="553288" y="2832100"/>
                </a:lnTo>
                <a:lnTo>
                  <a:pt x="553554" y="2832100"/>
                </a:lnTo>
                <a:lnTo>
                  <a:pt x="548055" y="2882900"/>
                </a:lnTo>
                <a:lnTo>
                  <a:pt x="548309" y="2882900"/>
                </a:lnTo>
                <a:lnTo>
                  <a:pt x="543217" y="2921000"/>
                </a:lnTo>
                <a:lnTo>
                  <a:pt x="543445" y="2921000"/>
                </a:lnTo>
                <a:lnTo>
                  <a:pt x="538759" y="2971800"/>
                </a:lnTo>
                <a:lnTo>
                  <a:pt x="538962" y="2971800"/>
                </a:lnTo>
                <a:lnTo>
                  <a:pt x="534669" y="3009900"/>
                </a:lnTo>
                <a:lnTo>
                  <a:pt x="534860" y="3009900"/>
                </a:lnTo>
                <a:lnTo>
                  <a:pt x="530961" y="3060700"/>
                </a:lnTo>
                <a:lnTo>
                  <a:pt x="531139" y="3060700"/>
                </a:lnTo>
                <a:lnTo>
                  <a:pt x="528520" y="3098800"/>
                </a:lnTo>
                <a:lnTo>
                  <a:pt x="527799" y="3098800"/>
                </a:lnTo>
                <a:lnTo>
                  <a:pt x="524713" y="3149600"/>
                </a:lnTo>
                <a:lnTo>
                  <a:pt x="524852" y="3149600"/>
                </a:lnTo>
                <a:lnTo>
                  <a:pt x="522287" y="3200400"/>
                </a:lnTo>
                <a:lnTo>
                  <a:pt x="520103" y="3238500"/>
                </a:lnTo>
                <a:lnTo>
                  <a:pt x="518325" y="3289300"/>
                </a:lnTo>
                <a:lnTo>
                  <a:pt x="517229" y="3327400"/>
                </a:lnTo>
                <a:lnTo>
                  <a:pt x="516928" y="3327400"/>
                </a:lnTo>
                <a:lnTo>
                  <a:pt x="515924" y="3378200"/>
                </a:lnTo>
                <a:lnTo>
                  <a:pt x="515315" y="3429000"/>
                </a:lnTo>
                <a:lnTo>
                  <a:pt x="515111" y="3467100"/>
                </a:lnTo>
                <a:lnTo>
                  <a:pt x="515302" y="3517900"/>
                </a:lnTo>
                <a:lnTo>
                  <a:pt x="515774" y="3550924"/>
                </a:lnTo>
                <a:lnTo>
                  <a:pt x="515887" y="3558821"/>
                </a:lnTo>
                <a:lnTo>
                  <a:pt x="515924" y="3568700"/>
                </a:lnTo>
                <a:lnTo>
                  <a:pt x="516131" y="3568700"/>
                </a:lnTo>
                <a:lnTo>
                  <a:pt x="516864" y="3606800"/>
                </a:lnTo>
                <a:lnTo>
                  <a:pt x="518248" y="3657600"/>
                </a:lnTo>
                <a:lnTo>
                  <a:pt x="520103" y="3708400"/>
                </a:lnTo>
                <a:lnTo>
                  <a:pt x="520553" y="3708400"/>
                </a:lnTo>
                <a:lnTo>
                  <a:pt x="522173" y="3746500"/>
                </a:lnTo>
                <a:lnTo>
                  <a:pt x="524852" y="3797300"/>
                </a:lnTo>
                <a:lnTo>
                  <a:pt x="524713" y="3797300"/>
                </a:lnTo>
                <a:lnTo>
                  <a:pt x="527799" y="3835400"/>
                </a:lnTo>
                <a:lnTo>
                  <a:pt x="527646" y="3835400"/>
                </a:lnTo>
                <a:lnTo>
                  <a:pt x="531139" y="3886200"/>
                </a:lnTo>
                <a:lnTo>
                  <a:pt x="530961" y="3886200"/>
                </a:lnTo>
                <a:lnTo>
                  <a:pt x="534860" y="3924300"/>
                </a:lnTo>
                <a:lnTo>
                  <a:pt x="534669" y="3924300"/>
                </a:lnTo>
                <a:lnTo>
                  <a:pt x="538962" y="3975100"/>
                </a:lnTo>
                <a:lnTo>
                  <a:pt x="538759" y="3975100"/>
                </a:lnTo>
                <a:lnTo>
                  <a:pt x="543445" y="4025900"/>
                </a:lnTo>
                <a:lnTo>
                  <a:pt x="544490" y="4025900"/>
                </a:lnTo>
                <a:lnTo>
                  <a:pt x="548309" y="4064000"/>
                </a:lnTo>
                <a:lnTo>
                  <a:pt x="548055" y="4064000"/>
                </a:lnTo>
                <a:lnTo>
                  <a:pt x="553554" y="4114800"/>
                </a:lnTo>
                <a:lnTo>
                  <a:pt x="554758" y="4114800"/>
                </a:lnTo>
                <a:lnTo>
                  <a:pt x="559168" y="4152900"/>
                </a:lnTo>
                <a:lnTo>
                  <a:pt x="558876" y="4152900"/>
                </a:lnTo>
                <a:lnTo>
                  <a:pt x="565150" y="4203700"/>
                </a:lnTo>
                <a:lnTo>
                  <a:pt x="566512" y="4203700"/>
                </a:lnTo>
                <a:lnTo>
                  <a:pt x="571512" y="4241800"/>
                </a:lnTo>
                <a:lnTo>
                  <a:pt x="571182" y="4241800"/>
                </a:lnTo>
                <a:lnTo>
                  <a:pt x="578243" y="4292600"/>
                </a:lnTo>
                <a:lnTo>
                  <a:pt x="579761" y="4292600"/>
                </a:lnTo>
                <a:lnTo>
                  <a:pt x="585342" y="4330700"/>
                </a:lnTo>
                <a:lnTo>
                  <a:pt x="584987" y="4330700"/>
                </a:lnTo>
                <a:lnTo>
                  <a:pt x="592810" y="4381500"/>
                </a:lnTo>
                <a:lnTo>
                  <a:pt x="594483" y="4381500"/>
                </a:lnTo>
                <a:lnTo>
                  <a:pt x="600646" y="4419600"/>
                </a:lnTo>
                <a:lnTo>
                  <a:pt x="600240" y="4419600"/>
                </a:lnTo>
                <a:lnTo>
                  <a:pt x="608838" y="4457700"/>
                </a:lnTo>
                <a:lnTo>
                  <a:pt x="608418" y="4457700"/>
                </a:lnTo>
                <a:lnTo>
                  <a:pt x="617397" y="4508500"/>
                </a:lnTo>
                <a:lnTo>
                  <a:pt x="616965" y="4508500"/>
                </a:lnTo>
                <a:lnTo>
                  <a:pt x="626313" y="4546600"/>
                </a:lnTo>
                <a:lnTo>
                  <a:pt x="625868" y="4546600"/>
                </a:lnTo>
                <a:lnTo>
                  <a:pt x="635596" y="4597400"/>
                </a:lnTo>
                <a:lnTo>
                  <a:pt x="635126" y="4597400"/>
                </a:lnTo>
                <a:lnTo>
                  <a:pt x="645223" y="4635500"/>
                </a:lnTo>
                <a:lnTo>
                  <a:pt x="644740" y="4635500"/>
                </a:lnTo>
                <a:lnTo>
                  <a:pt x="655218" y="4686300"/>
                </a:lnTo>
                <a:lnTo>
                  <a:pt x="657425" y="4686300"/>
                </a:lnTo>
                <a:lnTo>
                  <a:pt x="665568" y="4724400"/>
                </a:lnTo>
                <a:lnTo>
                  <a:pt x="665048" y="4724400"/>
                </a:lnTo>
                <a:lnTo>
                  <a:pt x="676262" y="4762500"/>
                </a:lnTo>
                <a:lnTo>
                  <a:pt x="675728" y="4762500"/>
                </a:lnTo>
                <a:lnTo>
                  <a:pt x="687311" y="4813300"/>
                </a:lnTo>
                <a:lnTo>
                  <a:pt x="689740" y="4813300"/>
                </a:lnTo>
                <a:lnTo>
                  <a:pt x="698703" y="4851400"/>
                </a:lnTo>
                <a:lnTo>
                  <a:pt x="698131" y="4851400"/>
                </a:lnTo>
                <a:lnTo>
                  <a:pt x="710450" y="4889500"/>
                </a:lnTo>
                <a:lnTo>
                  <a:pt x="709866" y="4889500"/>
                </a:lnTo>
                <a:lnTo>
                  <a:pt x="722553" y="4940300"/>
                </a:lnTo>
                <a:lnTo>
                  <a:pt x="721944" y="4940300"/>
                </a:lnTo>
                <a:lnTo>
                  <a:pt x="734987" y="4978400"/>
                </a:lnTo>
                <a:lnTo>
                  <a:pt x="734364" y="4978400"/>
                </a:lnTo>
                <a:lnTo>
                  <a:pt x="747763" y="5016500"/>
                </a:lnTo>
                <a:lnTo>
                  <a:pt x="747128" y="5016500"/>
                </a:lnTo>
                <a:lnTo>
                  <a:pt x="760882" y="5067300"/>
                </a:lnTo>
                <a:lnTo>
                  <a:pt x="763752" y="5067300"/>
                </a:lnTo>
                <a:lnTo>
                  <a:pt x="774344" y="5105400"/>
                </a:lnTo>
                <a:lnTo>
                  <a:pt x="773671" y="5105400"/>
                </a:lnTo>
                <a:lnTo>
                  <a:pt x="788149" y="5143500"/>
                </a:lnTo>
                <a:lnTo>
                  <a:pt x="787450" y="5143500"/>
                </a:lnTo>
                <a:lnTo>
                  <a:pt x="802284" y="5181600"/>
                </a:lnTo>
                <a:lnTo>
                  <a:pt x="801573" y="5181600"/>
                </a:lnTo>
                <a:lnTo>
                  <a:pt x="816749" y="5232400"/>
                </a:lnTo>
                <a:lnTo>
                  <a:pt x="819908" y="5232400"/>
                </a:lnTo>
                <a:lnTo>
                  <a:pt x="831557" y="5270500"/>
                </a:lnTo>
                <a:lnTo>
                  <a:pt x="830808" y="5270500"/>
                </a:lnTo>
                <a:lnTo>
                  <a:pt x="846683" y="5308600"/>
                </a:lnTo>
                <a:lnTo>
                  <a:pt x="845934" y="5308600"/>
                </a:lnTo>
                <a:lnTo>
                  <a:pt x="862152" y="5346700"/>
                </a:lnTo>
                <a:lnTo>
                  <a:pt x="861377" y="5346700"/>
                </a:lnTo>
                <a:lnTo>
                  <a:pt x="877951" y="5397500"/>
                </a:lnTo>
                <a:lnTo>
                  <a:pt x="881389" y="5397500"/>
                </a:lnTo>
                <a:lnTo>
                  <a:pt x="894067" y="5435600"/>
                </a:lnTo>
                <a:lnTo>
                  <a:pt x="893267" y="5435600"/>
                </a:lnTo>
                <a:lnTo>
                  <a:pt x="910513" y="5473700"/>
                </a:lnTo>
                <a:lnTo>
                  <a:pt x="909688" y="5473700"/>
                </a:lnTo>
                <a:lnTo>
                  <a:pt x="927277" y="5511800"/>
                </a:lnTo>
                <a:lnTo>
                  <a:pt x="926439" y="5511800"/>
                </a:lnTo>
                <a:lnTo>
                  <a:pt x="944371" y="5549900"/>
                </a:lnTo>
                <a:lnTo>
                  <a:pt x="943521" y="5549900"/>
                </a:lnTo>
                <a:lnTo>
                  <a:pt x="961783" y="5588000"/>
                </a:lnTo>
                <a:lnTo>
                  <a:pt x="960920" y="5588000"/>
                </a:lnTo>
                <a:lnTo>
                  <a:pt x="979512" y="5626100"/>
                </a:lnTo>
                <a:lnTo>
                  <a:pt x="978636" y="5626100"/>
                </a:lnTo>
                <a:lnTo>
                  <a:pt x="997559" y="5676900"/>
                </a:lnTo>
                <a:lnTo>
                  <a:pt x="1001487" y="5676900"/>
                </a:lnTo>
                <a:lnTo>
                  <a:pt x="1015936" y="5715000"/>
                </a:lnTo>
                <a:lnTo>
                  <a:pt x="1019917" y="5715000"/>
                </a:lnTo>
                <a:lnTo>
                  <a:pt x="1034605" y="5753100"/>
                </a:lnTo>
                <a:lnTo>
                  <a:pt x="1033678" y="5753100"/>
                </a:lnTo>
                <a:lnTo>
                  <a:pt x="1053604" y="5791200"/>
                </a:lnTo>
                <a:lnTo>
                  <a:pt x="1052652" y="5791200"/>
                </a:lnTo>
                <a:lnTo>
                  <a:pt x="1072896" y="5829300"/>
                </a:lnTo>
                <a:lnTo>
                  <a:pt x="1071943" y="5829300"/>
                </a:lnTo>
                <a:lnTo>
                  <a:pt x="1092517" y="5867400"/>
                </a:lnTo>
                <a:lnTo>
                  <a:pt x="1091539" y="5867400"/>
                </a:lnTo>
                <a:lnTo>
                  <a:pt x="1112431" y="5905500"/>
                </a:lnTo>
                <a:lnTo>
                  <a:pt x="1111440" y="5905500"/>
                </a:lnTo>
                <a:lnTo>
                  <a:pt x="1132649" y="5943600"/>
                </a:lnTo>
                <a:lnTo>
                  <a:pt x="1131646" y="5943600"/>
                </a:lnTo>
                <a:lnTo>
                  <a:pt x="1153185" y="5981700"/>
                </a:lnTo>
                <a:lnTo>
                  <a:pt x="1152169" y="5981700"/>
                </a:lnTo>
                <a:lnTo>
                  <a:pt x="1174013" y="6019800"/>
                </a:lnTo>
                <a:lnTo>
                  <a:pt x="1172984" y="6019800"/>
                </a:lnTo>
                <a:lnTo>
                  <a:pt x="1195146" y="6057900"/>
                </a:lnTo>
                <a:lnTo>
                  <a:pt x="1194104" y="6057900"/>
                </a:lnTo>
                <a:lnTo>
                  <a:pt x="1216583" y="6096000"/>
                </a:lnTo>
                <a:lnTo>
                  <a:pt x="1215517" y="6096000"/>
                </a:lnTo>
                <a:lnTo>
                  <a:pt x="1238313" y="6134100"/>
                </a:lnTo>
                <a:lnTo>
                  <a:pt x="1243009" y="6134100"/>
                </a:lnTo>
                <a:lnTo>
                  <a:pt x="1260335" y="6172200"/>
                </a:lnTo>
                <a:lnTo>
                  <a:pt x="1267049" y="6172200"/>
                </a:lnTo>
                <a:lnTo>
                  <a:pt x="1282661" y="6197600"/>
                </a:lnTo>
                <a:lnTo>
                  <a:pt x="1281557" y="6197600"/>
                </a:lnTo>
                <a:lnTo>
                  <a:pt x="1305267" y="6235700"/>
                </a:lnTo>
                <a:lnTo>
                  <a:pt x="1304150" y="6235700"/>
                </a:lnTo>
                <a:lnTo>
                  <a:pt x="1328178" y="6273800"/>
                </a:lnTo>
                <a:lnTo>
                  <a:pt x="1327048" y="6273800"/>
                </a:lnTo>
                <a:lnTo>
                  <a:pt x="1351381" y="6311900"/>
                </a:lnTo>
                <a:lnTo>
                  <a:pt x="1350225" y="6311900"/>
                </a:lnTo>
                <a:lnTo>
                  <a:pt x="1374648" y="6337300"/>
                </a:lnTo>
                <a:lnTo>
                  <a:pt x="1374648" y="6794500"/>
                </a:lnTo>
                <a:lnTo>
                  <a:pt x="1169822" y="6946900"/>
                </a:lnTo>
                <a:close/>
              </a:path>
              <a:path w="1374775" h="6946900">
                <a:moveTo>
                  <a:pt x="1327048" y="673100"/>
                </a:moveTo>
                <a:lnTo>
                  <a:pt x="1328178" y="660400"/>
                </a:lnTo>
                <a:lnTo>
                  <a:pt x="1335159" y="660400"/>
                </a:lnTo>
                <a:lnTo>
                  <a:pt x="1327048" y="673100"/>
                </a:lnTo>
                <a:close/>
              </a:path>
              <a:path w="1374775" h="6946900">
                <a:moveTo>
                  <a:pt x="943521" y="1397000"/>
                </a:moveTo>
                <a:lnTo>
                  <a:pt x="944371" y="1384300"/>
                </a:lnTo>
                <a:lnTo>
                  <a:pt x="948086" y="1384300"/>
                </a:lnTo>
                <a:lnTo>
                  <a:pt x="943521" y="1397000"/>
                </a:lnTo>
                <a:close/>
              </a:path>
              <a:path w="1374775" h="6946900">
                <a:moveTo>
                  <a:pt x="787450" y="1803400"/>
                </a:moveTo>
                <a:lnTo>
                  <a:pt x="788149" y="1790700"/>
                </a:lnTo>
                <a:lnTo>
                  <a:pt x="791159" y="1790700"/>
                </a:lnTo>
                <a:lnTo>
                  <a:pt x="787450" y="1803400"/>
                </a:lnTo>
                <a:close/>
              </a:path>
              <a:path w="1374775" h="6946900">
                <a:moveTo>
                  <a:pt x="675728" y="2184400"/>
                </a:moveTo>
                <a:lnTo>
                  <a:pt x="676262" y="2171700"/>
                </a:lnTo>
                <a:lnTo>
                  <a:pt x="678624" y="2171700"/>
                </a:lnTo>
                <a:lnTo>
                  <a:pt x="675728" y="2184400"/>
                </a:lnTo>
                <a:close/>
              </a:path>
              <a:path w="1374775" h="6946900">
                <a:moveTo>
                  <a:pt x="527646" y="3111500"/>
                </a:moveTo>
                <a:lnTo>
                  <a:pt x="527799" y="3098800"/>
                </a:lnTo>
                <a:lnTo>
                  <a:pt x="528520" y="3098800"/>
                </a:lnTo>
                <a:lnTo>
                  <a:pt x="527646" y="3111500"/>
                </a:lnTo>
                <a:close/>
              </a:path>
              <a:path w="1374775" h="6946900">
                <a:moveTo>
                  <a:pt x="516864" y="3340100"/>
                </a:moveTo>
                <a:lnTo>
                  <a:pt x="516928" y="3327400"/>
                </a:lnTo>
                <a:lnTo>
                  <a:pt x="517229" y="3327400"/>
                </a:lnTo>
                <a:lnTo>
                  <a:pt x="516864" y="3340100"/>
                </a:lnTo>
                <a:close/>
              </a:path>
              <a:path w="1374775" h="6946900">
                <a:moveTo>
                  <a:pt x="516131" y="3568700"/>
                </a:moveTo>
                <a:lnTo>
                  <a:pt x="515924" y="3568700"/>
                </a:lnTo>
                <a:lnTo>
                  <a:pt x="515912" y="3560611"/>
                </a:lnTo>
                <a:lnTo>
                  <a:pt x="516131" y="3568700"/>
                </a:lnTo>
                <a:close/>
              </a:path>
              <a:path w="1374775" h="6946900">
                <a:moveTo>
                  <a:pt x="520553" y="3708400"/>
                </a:moveTo>
                <a:lnTo>
                  <a:pt x="520103" y="3708400"/>
                </a:lnTo>
                <a:lnTo>
                  <a:pt x="520014" y="3695700"/>
                </a:lnTo>
                <a:lnTo>
                  <a:pt x="520553" y="3708400"/>
                </a:lnTo>
                <a:close/>
              </a:path>
              <a:path w="1374775" h="6946900">
                <a:moveTo>
                  <a:pt x="544490" y="4025900"/>
                </a:moveTo>
                <a:lnTo>
                  <a:pt x="543445" y="4025900"/>
                </a:lnTo>
                <a:lnTo>
                  <a:pt x="543217" y="4013200"/>
                </a:lnTo>
                <a:lnTo>
                  <a:pt x="544490" y="4025900"/>
                </a:lnTo>
                <a:close/>
              </a:path>
              <a:path w="1374775" h="6946900">
                <a:moveTo>
                  <a:pt x="554758" y="4114800"/>
                </a:moveTo>
                <a:lnTo>
                  <a:pt x="553554" y="4114800"/>
                </a:lnTo>
                <a:lnTo>
                  <a:pt x="553288" y="4102100"/>
                </a:lnTo>
                <a:lnTo>
                  <a:pt x="554758" y="4114800"/>
                </a:lnTo>
                <a:close/>
              </a:path>
              <a:path w="1374775" h="6946900">
                <a:moveTo>
                  <a:pt x="566512" y="4203700"/>
                </a:moveTo>
                <a:lnTo>
                  <a:pt x="565150" y="4203700"/>
                </a:lnTo>
                <a:lnTo>
                  <a:pt x="564845" y="4191000"/>
                </a:lnTo>
                <a:lnTo>
                  <a:pt x="566512" y="4203700"/>
                </a:lnTo>
                <a:close/>
              </a:path>
              <a:path w="1374775" h="6946900">
                <a:moveTo>
                  <a:pt x="579761" y="4292600"/>
                </a:moveTo>
                <a:lnTo>
                  <a:pt x="578243" y="4292600"/>
                </a:lnTo>
                <a:lnTo>
                  <a:pt x="577900" y="4279900"/>
                </a:lnTo>
                <a:lnTo>
                  <a:pt x="579761" y="4292600"/>
                </a:lnTo>
                <a:close/>
              </a:path>
              <a:path w="1374775" h="6946900">
                <a:moveTo>
                  <a:pt x="594483" y="4381500"/>
                </a:moveTo>
                <a:lnTo>
                  <a:pt x="592810" y="4381500"/>
                </a:lnTo>
                <a:lnTo>
                  <a:pt x="592429" y="4368800"/>
                </a:lnTo>
                <a:lnTo>
                  <a:pt x="594483" y="4381500"/>
                </a:lnTo>
                <a:close/>
              </a:path>
              <a:path w="1374775" h="6946900">
                <a:moveTo>
                  <a:pt x="657425" y="4686300"/>
                </a:moveTo>
                <a:lnTo>
                  <a:pt x="655218" y="4686300"/>
                </a:lnTo>
                <a:lnTo>
                  <a:pt x="654710" y="4673600"/>
                </a:lnTo>
                <a:lnTo>
                  <a:pt x="657425" y="4686300"/>
                </a:lnTo>
                <a:close/>
              </a:path>
              <a:path w="1374775" h="6946900">
                <a:moveTo>
                  <a:pt x="689740" y="4813300"/>
                </a:moveTo>
                <a:lnTo>
                  <a:pt x="687311" y="4813300"/>
                </a:lnTo>
                <a:lnTo>
                  <a:pt x="686752" y="4800600"/>
                </a:lnTo>
                <a:lnTo>
                  <a:pt x="689740" y="4813300"/>
                </a:lnTo>
                <a:close/>
              </a:path>
              <a:path w="1374775" h="6946900">
                <a:moveTo>
                  <a:pt x="763752" y="5067300"/>
                </a:moveTo>
                <a:lnTo>
                  <a:pt x="760882" y="5067300"/>
                </a:lnTo>
                <a:lnTo>
                  <a:pt x="760221" y="5054600"/>
                </a:lnTo>
                <a:lnTo>
                  <a:pt x="763752" y="5067300"/>
                </a:lnTo>
                <a:close/>
              </a:path>
              <a:path w="1374775" h="6946900">
                <a:moveTo>
                  <a:pt x="819908" y="5232400"/>
                </a:moveTo>
                <a:lnTo>
                  <a:pt x="816749" y="5232400"/>
                </a:lnTo>
                <a:lnTo>
                  <a:pt x="816025" y="5219700"/>
                </a:lnTo>
                <a:lnTo>
                  <a:pt x="819908" y="5232400"/>
                </a:lnTo>
                <a:close/>
              </a:path>
              <a:path w="1374775" h="6946900">
                <a:moveTo>
                  <a:pt x="881389" y="5397500"/>
                </a:moveTo>
                <a:lnTo>
                  <a:pt x="877951" y="5397500"/>
                </a:lnTo>
                <a:lnTo>
                  <a:pt x="877163" y="5384800"/>
                </a:lnTo>
                <a:lnTo>
                  <a:pt x="881389" y="5397500"/>
                </a:lnTo>
                <a:close/>
              </a:path>
              <a:path w="1374775" h="6946900">
                <a:moveTo>
                  <a:pt x="1001487" y="5676900"/>
                </a:moveTo>
                <a:lnTo>
                  <a:pt x="997559" y="5676900"/>
                </a:lnTo>
                <a:lnTo>
                  <a:pt x="996670" y="5664200"/>
                </a:lnTo>
                <a:lnTo>
                  <a:pt x="1001487" y="5676900"/>
                </a:lnTo>
                <a:close/>
              </a:path>
              <a:path w="1374775" h="6946900">
                <a:moveTo>
                  <a:pt x="1019917" y="5715000"/>
                </a:moveTo>
                <a:lnTo>
                  <a:pt x="1015936" y="5715000"/>
                </a:lnTo>
                <a:lnTo>
                  <a:pt x="1015022" y="5702300"/>
                </a:lnTo>
                <a:lnTo>
                  <a:pt x="1019917" y="5715000"/>
                </a:lnTo>
                <a:close/>
              </a:path>
              <a:path w="1374775" h="6946900">
                <a:moveTo>
                  <a:pt x="1243009" y="6134100"/>
                </a:moveTo>
                <a:lnTo>
                  <a:pt x="1238313" y="6134100"/>
                </a:lnTo>
                <a:lnTo>
                  <a:pt x="1237234" y="6121400"/>
                </a:lnTo>
                <a:lnTo>
                  <a:pt x="1243009" y="6134100"/>
                </a:lnTo>
                <a:close/>
              </a:path>
              <a:path w="1374775" h="6946900">
                <a:moveTo>
                  <a:pt x="1267049" y="6172200"/>
                </a:moveTo>
                <a:lnTo>
                  <a:pt x="1260335" y="6172200"/>
                </a:lnTo>
                <a:lnTo>
                  <a:pt x="1259243" y="6159500"/>
                </a:lnTo>
                <a:lnTo>
                  <a:pt x="1267049" y="617220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419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185" dirty="0"/>
              <a:t> </a:t>
            </a:r>
            <a:r>
              <a:rPr spc="-10" dirty="0"/>
              <a:t>SCREENSHOTS</a:t>
            </a:r>
            <a:endParaRPr spc="-10" dirty="0"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1072" y="1549908"/>
            <a:ext cx="13988796" cy="77221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993648"/>
                </a:moveTo>
                <a:lnTo>
                  <a:pt x="448983" y="991374"/>
                </a:lnTo>
                <a:lnTo>
                  <a:pt x="402412" y="984694"/>
                </a:lnTo>
                <a:lnTo>
                  <a:pt x="357352" y="973810"/>
                </a:lnTo>
                <a:lnTo>
                  <a:pt x="313994" y="958926"/>
                </a:lnTo>
                <a:lnTo>
                  <a:pt x="272541" y="940269"/>
                </a:lnTo>
                <a:lnTo>
                  <a:pt x="233210" y="918032"/>
                </a:lnTo>
                <a:lnTo>
                  <a:pt x="196202" y="892428"/>
                </a:lnTo>
                <a:lnTo>
                  <a:pt x="161734" y="863650"/>
                </a:lnTo>
                <a:lnTo>
                  <a:pt x="130009" y="831938"/>
                </a:lnTo>
                <a:lnTo>
                  <a:pt x="101244" y="797471"/>
                </a:lnTo>
                <a:lnTo>
                  <a:pt x="75628" y="760463"/>
                </a:lnTo>
                <a:lnTo>
                  <a:pt x="53390" y="721131"/>
                </a:lnTo>
                <a:lnTo>
                  <a:pt x="34721" y="679678"/>
                </a:lnTo>
                <a:lnTo>
                  <a:pt x="19850" y="636320"/>
                </a:lnTo>
                <a:lnTo>
                  <a:pt x="8953" y="591248"/>
                </a:lnTo>
                <a:lnTo>
                  <a:pt x="2273" y="544677"/>
                </a:lnTo>
                <a:lnTo>
                  <a:pt x="0" y="496824"/>
                </a:lnTo>
                <a:lnTo>
                  <a:pt x="2273" y="448970"/>
                </a:lnTo>
                <a:lnTo>
                  <a:pt x="8953" y="402399"/>
                </a:lnTo>
                <a:lnTo>
                  <a:pt x="19850" y="357327"/>
                </a:lnTo>
                <a:lnTo>
                  <a:pt x="34721" y="313956"/>
                </a:lnTo>
                <a:lnTo>
                  <a:pt x="53390" y="272503"/>
                </a:lnTo>
                <a:lnTo>
                  <a:pt x="75628" y="233172"/>
                </a:lnTo>
                <a:lnTo>
                  <a:pt x="101244" y="196176"/>
                </a:lnTo>
                <a:lnTo>
                  <a:pt x="130009" y="161709"/>
                </a:lnTo>
                <a:lnTo>
                  <a:pt x="161734" y="129984"/>
                </a:lnTo>
                <a:lnTo>
                  <a:pt x="196202" y="101219"/>
                </a:lnTo>
                <a:lnTo>
                  <a:pt x="233210" y="75615"/>
                </a:lnTo>
                <a:lnTo>
                  <a:pt x="272541" y="53378"/>
                </a:lnTo>
                <a:lnTo>
                  <a:pt x="313994" y="34709"/>
                </a:lnTo>
                <a:lnTo>
                  <a:pt x="357352" y="19837"/>
                </a:lnTo>
                <a:lnTo>
                  <a:pt x="402412" y="8953"/>
                </a:lnTo>
                <a:lnTo>
                  <a:pt x="448983" y="2273"/>
                </a:lnTo>
                <a:lnTo>
                  <a:pt x="496823" y="0"/>
                </a:lnTo>
                <a:lnTo>
                  <a:pt x="544677" y="2273"/>
                </a:lnTo>
                <a:lnTo>
                  <a:pt x="591248" y="8953"/>
                </a:lnTo>
                <a:lnTo>
                  <a:pt x="636320" y="19837"/>
                </a:lnTo>
                <a:lnTo>
                  <a:pt x="679678" y="34709"/>
                </a:lnTo>
                <a:lnTo>
                  <a:pt x="721131" y="53378"/>
                </a:lnTo>
                <a:lnTo>
                  <a:pt x="760463" y="75615"/>
                </a:lnTo>
                <a:lnTo>
                  <a:pt x="797471" y="101219"/>
                </a:lnTo>
                <a:lnTo>
                  <a:pt x="831938" y="129984"/>
                </a:lnTo>
                <a:lnTo>
                  <a:pt x="863650" y="161709"/>
                </a:lnTo>
                <a:lnTo>
                  <a:pt x="892429" y="196176"/>
                </a:lnTo>
                <a:lnTo>
                  <a:pt x="918032" y="233172"/>
                </a:lnTo>
                <a:lnTo>
                  <a:pt x="940269" y="272503"/>
                </a:lnTo>
                <a:lnTo>
                  <a:pt x="958926" y="313956"/>
                </a:lnTo>
                <a:lnTo>
                  <a:pt x="973810" y="357327"/>
                </a:lnTo>
                <a:lnTo>
                  <a:pt x="984694" y="402399"/>
                </a:lnTo>
                <a:lnTo>
                  <a:pt x="991374" y="448970"/>
                </a:lnTo>
                <a:lnTo>
                  <a:pt x="993648" y="496824"/>
                </a:lnTo>
                <a:lnTo>
                  <a:pt x="991374" y="544677"/>
                </a:lnTo>
                <a:lnTo>
                  <a:pt x="984694" y="591248"/>
                </a:lnTo>
                <a:lnTo>
                  <a:pt x="973810" y="636320"/>
                </a:lnTo>
                <a:lnTo>
                  <a:pt x="958926" y="679678"/>
                </a:lnTo>
                <a:lnTo>
                  <a:pt x="940269" y="721131"/>
                </a:lnTo>
                <a:lnTo>
                  <a:pt x="918032" y="760463"/>
                </a:lnTo>
                <a:lnTo>
                  <a:pt x="892429" y="797471"/>
                </a:lnTo>
                <a:lnTo>
                  <a:pt x="863650" y="831938"/>
                </a:lnTo>
                <a:lnTo>
                  <a:pt x="831938" y="863650"/>
                </a:lnTo>
                <a:lnTo>
                  <a:pt x="797471" y="892428"/>
                </a:lnTo>
                <a:lnTo>
                  <a:pt x="760463" y="918032"/>
                </a:lnTo>
                <a:lnTo>
                  <a:pt x="721131" y="940269"/>
                </a:lnTo>
                <a:lnTo>
                  <a:pt x="679678" y="958926"/>
                </a:lnTo>
                <a:lnTo>
                  <a:pt x="636320" y="973810"/>
                </a:lnTo>
                <a:lnTo>
                  <a:pt x="591248" y="984694"/>
                </a:lnTo>
                <a:lnTo>
                  <a:pt x="544677" y="991374"/>
                </a:lnTo>
                <a:lnTo>
                  <a:pt x="496823" y="993648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08659" y="7556245"/>
            <a:ext cx="20955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5372" y="331320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603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245" y="342633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5372" y="1978177"/>
            <a:ext cx="515620" cy="554990"/>
          </a:xfrm>
          <a:custGeom>
            <a:avLst/>
            <a:gdLst/>
            <a:ahLst/>
            <a:cxnLst/>
            <a:rect l="l" t="t" r="r" b="b"/>
            <a:pathLst>
              <a:path w="515619" h="554989">
                <a:moveTo>
                  <a:pt x="257987" y="554685"/>
                </a:moveTo>
                <a:lnTo>
                  <a:pt x="257098" y="554685"/>
                </a:lnTo>
                <a:lnTo>
                  <a:pt x="211632" y="550291"/>
                </a:lnTo>
                <a:lnTo>
                  <a:pt x="167970" y="537451"/>
                </a:lnTo>
                <a:lnTo>
                  <a:pt x="127774" y="516953"/>
                </a:lnTo>
                <a:lnTo>
                  <a:pt x="91770" y="489597"/>
                </a:lnTo>
                <a:lnTo>
                  <a:pt x="60706" y="456196"/>
                </a:lnTo>
                <a:lnTo>
                  <a:pt x="35267" y="417512"/>
                </a:lnTo>
                <a:lnTo>
                  <a:pt x="16205" y="374357"/>
                </a:lnTo>
                <a:lnTo>
                  <a:pt x="4203" y="327494"/>
                </a:lnTo>
                <a:lnTo>
                  <a:pt x="0" y="277723"/>
                </a:lnTo>
                <a:lnTo>
                  <a:pt x="0" y="276961"/>
                </a:lnTo>
                <a:lnTo>
                  <a:pt x="3952" y="229438"/>
                </a:lnTo>
                <a:lnTo>
                  <a:pt x="4076" y="227939"/>
                </a:lnTo>
                <a:lnTo>
                  <a:pt x="15951" y="181038"/>
                </a:lnTo>
                <a:lnTo>
                  <a:pt x="34912" y="137833"/>
                </a:lnTo>
                <a:lnTo>
                  <a:pt x="60236" y="99098"/>
                </a:lnTo>
                <a:lnTo>
                  <a:pt x="91198" y="65608"/>
                </a:lnTo>
                <a:lnTo>
                  <a:pt x="127088" y="38163"/>
                </a:lnTo>
                <a:lnTo>
                  <a:pt x="167182" y="17551"/>
                </a:lnTo>
                <a:lnTo>
                  <a:pt x="210769" y="4559"/>
                </a:lnTo>
                <a:lnTo>
                  <a:pt x="257098" y="0"/>
                </a:lnTo>
                <a:lnTo>
                  <a:pt x="257987" y="0"/>
                </a:lnTo>
                <a:lnTo>
                  <a:pt x="303453" y="4394"/>
                </a:lnTo>
                <a:lnTo>
                  <a:pt x="304317" y="4559"/>
                </a:lnTo>
                <a:lnTo>
                  <a:pt x="319622" y="9093"/>
                </a:lnTo>
                <a:lnTo>
                  <a:pt x="257987" y="9093"/>
                </a:lnTo>
                <a:lnTo>
                  <a:pt x="214217" y="13322"/>
                </a:lnTo>
                <a:lnTo>
                  <a:pt x="213359" y="13322"/>
                </a:lnTo>
                <a:lnTo>
                  <a:pt x="171590" y="25692"/>
                </a:lnTo>
                <a:lnTo>
                  <a:pt x="171348" y="25692"/>
                </a:lnTo>
                <a:lnTo>
                  <a:pt x="170560" y="25996"/>
                </a:lnTo>
                <a:lnTo>
                  <a:pt x="170753" y="25996"/>
                </a:lnTo>
                <a:lnTo>
                  <a:pt x="132783" y="45440"/>
                </a:lnTo>
                <a:lnTo>
                  <a:pt x="132626" y="45440"/>
                </a:lnTo>
                <a:lnTo>
                  <a:pt x="131940" y="45872"/>
                </a:lnTo>
                <a:lnTo>
                  <a:pt x="98003" y="71831"/>
                </a:lnTo>
                <a:lnTo>
                  <a:pt x="97615" y="72088"/>
                </a:lnTo>
                <a:lnTo>
                  <a:pt x="97320" y="72351"/>
                </a:lnTo>
                <a:lnTo>
                  <a:pt x="67976" y="104101"/>
                </a:lnTo>
                <a:lnTo>
                  <a:pt x="67610" y="104452"/>
                </a:lnTo>
                <a:lnTo>
                  <a:pt x="67411" y="104711"/>
                </a:lnTo>
                <a:lnTo>
                  <a:pt x="43358" y="141516"/>
                </a:lnTo>
                <a:lnTo>
                  <a:pt x="43088" y="141875"/>
                </a:lnTo>
                <a:lnTo>
                  <a:pt x="42925" y="142176"/>
                </a:lnTo>
                <a:lnTo>
                  <a:pt x="24887" y="183299"/>
                </a:lnTo>
                <a:lnTo>
                  <a:pt x="24684" y="183685"/>
                </a:lnTo>
                <a:lnTo>
                  <a:pt x="24574" y="184010"/>
                </a:lnTo>
                <a:lnTo>
                  <a:pt x="13259" y="228688"/>
                </a:lnTo>
                <a:lnTo>
                  <a:pt x="13132" y="229060"/>
                </a:lnTo>
                <a:lnTo>
                  <a:pt x="13068" y="229438"/>
                </a:lnTo>
                <a:lnTo>
                  <a:pt x="9181" y="276961"/>
                </a:lnTo>
                <a:lnTo>
                  <a:pt x="9118" y="277723"/>
                </a:lnTo>
                <a:lnTo>
                  <a:pt x="13132" y="325234"/>
                </a:lnTo>
                <a:lnTo>
                  <a:pt x="13195" y="325983"/>
                </a:lnTo>
                <a:lnTo>
                  <a:pt x="13452" y="326745"/>
                </a:lnTo>
                <a:lnTo>
                  <a:pt x="24634" y="370674"/>
                </a:lnTo>
                <a:lnTo>
                  <a:pt x="24684" y="370999"/>
                </a:lnTo>
                <a:lnTo>
                  <a:pt x="24815" y="371386"/>
                </a:lnTo>
                <a:lnTo>
                  <a:pt x="25882" y="373646"/>
                </a:lnTo>
                <a:lnTo>
                  <a:pt x="42985" y="412496"/>
                </a:lnTo>
                <a:lnTo>
                  <a:pt x="43071" y="412771"/>
                </a:lnTo>
                <a:lnTo>
                  <a:pt x="43281" y="413169"/>
                </a:lnTo>
                <a:lnTo>
                  <a:pt x="45780" y="416852"/>
                </a:lnTo>
                <a:lnTo>
                  <a:pt x="67482" y="449973"/>
                </a:lnTo>
                <a:lnTo>
                  <a:pt x="67611" y="450232"/>
                </a:lnTo>
                <a:lnTo>
                  <a:pt x="67881" y="450583"/>
                </a:lnTo>
                <a:lnTo>
                  <a:pt x="72617" y="455587"/>
                </a:lnTo>
                <a:lnTo>
                  <a:pt x="97421" y="482333"/>
                </a:lnTo>
                <a:lnTo>
                  <a:pt x="97578" y="482563"/>
                </a:lnTo>
                <a:lnTo>
                  <a:pt x="97904" y="482854"/>
                </a:lnTo>
                <a:lnTo>
                  <a:pt x="132059" y="508812"/>
                </a:lnTo>
                <a:lnTo>
                  <a:pt x="132235" y="508998"/>
                </a:lnTo>
                <a:lnTo>
                  <a:pt x="132626" y="509244"/>
                </a:lnTo>
                <a:lnTo>
                  <a:pt x="132783" y="509244"/>
                </a:lnTo>
                <a:lnTo>
                  <a:pt x="170728" y="528675"/>
                </a:lnTo>
                <a:lnTo>
                  <a:pt x="170560" y="528675"/>
                </a:lnTo>
                <a:lnTo>
                  <a:pt x="171348" y="528993"/>
                </a:lnTo>
                <a:lnTo>
                  <a:pt x="171632" y="528993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3359" y="541362"/>
                </a:lnTo>
                <a:lnTo>
                  <a:pt x="214343" y="541362"/>
                </a:lnTo>
                <a:lnTo>
                  <a:pt x="257543" y="545548"/>
                </a:lnTo>
                <a:lnTo>
                  <a:pt x="319768" y="545548"/>
                </a:lnTo>
                <a:lnTo>
                  <a:pt x="304317" y="550125"/>
                </a:lnTo>
                <a:lnTo>
                  <a:pt x="303453" y="550291"/>
                </a:lnTo>
                <a:lnTo>
                  <a:pt x="257987" y="554685"/>
                </a:lnTo>
                <a:close/>
              </a:path>
              <a:path w="515619" h="554989">
                <a:moveTo>
                  <a:pt x="344057" y="25861"/>
                </a:moveTo>
                <a:lnTo>
                  <a:pt x="301713" y="13322"/>
                </a:lnTo>
                <a:lnTo>
                  <a:pt x="300868" y="13322"/>
                </a:lnTo>
                <a:lnTo>
                  <a:pt x="257098" y="9093"/>
                </a:lnTo>
                <a:lnTo>
                  <a:pt x="319622" y="9093"/>
                </a:lnTo>
                <a:lnTo>
                  <a:pt x="347103" y="17233"/>
                </a:lnTo>
                <a:lnTo>
                  <a:pt x="347891" y="17551"/>
                </a:lnTo>
                <a:lnTo>
                  <a:pt x="363788" y="25692"/>
                </a:lnTo>
                <a:lnTo>
                  <a:pt x="343725" y="25692"/>
                </a:lnTo>
                <a:lnTo>
                  <a:pt x="344057" y="25861"/>
                </a:lnTo>
                <a:close/>
              </a:path>
              <a:path w="515619" h="554989">
                <a:moveTo>
                  <a:pt x="171016" y="25861"/>
                </a:moveTo>
                <a:lnTo>
                  <a:pt x="171348" y="25692"/>
                </a:lnTo>
                <a:lnTo>
                  <a:pt x="171590" y="25692"/>
                </a:lnTo>
                <a:lnTo>
                  <a:pt x="171016" y="25861"/>
                </a:lnTo>
                <a:close/>
              </a:path>
              <a:path w="515619" h="554989">
                <a:moveTo>
                  <a:pt x="364383" y="25996"/>
                </a:moveTo>
                <a:lnTo>
                  <a:pt x="344512" y="25996"/>
                </a:lnTo>
                <a:lnTo>
                  <a:pt x="343725" y="25692"/>
                </a:lnTo>
                <a:lnTo>
                  <a:pt x="363788" y="25692"/>
                </a:lnTo>
                <a:lnTo>
                  <a:pt x="364383" y="25996"/>
                </a:lnTo>
                <a:close/>
              </a:path>
              <a:path w="515619" h="554989">
                <a:moveTo>
                  <a:pt x="170753" y="25996"/>
                </a:moveTo>
                <a:lnTo>
                  <a:pt x="170560" y="25996"/>
                </a:lnTo>
                <a:lnTo>
                  <a:pt x="171016" y="25861"/>
                </a:lnTo>
                <a:lnTo>
                  <a:pt x="170753" y="25996"/>
                </a:lnTo>
                <a:close/>
              </a:path>
              <a:path w="515619" h="554989">
                <a:moveTo>
                  <a:pt x="382770" y="45686"/>
                </a:moveTo>
                <a:lnTo>
                  <a:pt x="344057" y="25861"/>
                </a:lnTo>
                <a:lnTo>
                  <a:pt x="344512" y="25996"/>
                </a:lnTo>
                <a:lnTo>
                  <a:pt x="364383" y="25996"/>
                </a:lnTo>
                <a:lnTo>
                  <a:pt x="387299" y="37731"/>
                </a:lnTo>
                <a:lnTo>
                  <a:pt x="387997" y="38163"/>
                </a:lnTo>
                <a:lnTo>
                  <a:pt x="397544" y="45440"/>
                </a:lnTo>
                <a:lnTo>
                  <a:pt x="382447" y="45440"/>
                </a:lnTo>
                <a:lnTo>
                  <a:pt x="382770" y="45686"/>
                </a:lnTo>
                <a:close/>
              </a:path>
              <a:path w="515619" h="554989">
                <a:moveTo>
                  <a:pt x="132303" y="45686"/>
                </a:moveTo>
                <a:lnTo>
                  <a:pt x="132626" y="45440"/>
                </a:lnTo>
                <a:lnTo>
                  <a:pt x="132783" y="45440"/>
                </a:lnTo>
                <a:lnTo>
                  <a:pt x="132303" y="45686"/>
                </a:lnTo>
                <a:close/>
              </a:path>
              <a:path w="515619" h="554989">
                <a:moveTo>
                  <a:pt x="397540" y="509244"/>
                </a:moveTo>
                <a:lnTo>
                  <a:pt x="382447" y="509244"/>
                </a:lnTo>
                <a:lnTo>
                  <a:pt x="382837" y="508998"/>
                </a:lnTo>
                <a:lnTo>
                  <a:pt x="383014" y="508812"/>
                </a:lnTo>
                <a:lnTo>
                  <a:pt x="408906" y="489077"/>
                </a:lnTo>
                <a:lnTo>
                  <a:pt x="417182" y="482854"/>
                </a:lnTo>
                <a:lnTo>
                  <a:pt x="417500" y="482563"/>
                </a:lnTo>
                <a:lnTo>
                  <a:pt x="417665" y="482333"/>
                </a:lnTo>
                <a:lnTo>
                  <a:pt x="442469" y="455587"/>
                </a:lnTo>
                <a:lnTo>
                  <a:pt x="447205" y="450583"/>
                </a:lnTo>
                <a:lnTo>
                  <a:pt x="447475" y="450232"/>
                </a:lnTo>
                <a:lnTo>
                  <a:pt x="447604" y="449973"/>
                </a:lnTo>
                <a:lnTo>
                  <a:pt x="469306" y="416852"/>
                </a:lnTo>
                <a:lnTo>
                  <a:pt x="471804" y="413169"/>
                </a:lnTo>
                <a:lnTo>
                  <a:pt x="472014" y="412771"/>
                </a:lnTo>
                <a:lnTo>
                  <a:pt x="472101" y="412496"/>
                </a:lnTo>
                <a:lnTo>
                  <a:pt x="489203" y="373646"/>
                </a:lnTo>
                <a:lnTo>
                  <a:pt x="490270" y="371386"/>
                </a:lnTo>
                <a:lnTo>
                  <a:pt x="490401" y="370999"/>
                </a:lnTo>
                <a:lnTo>
                  <a:pt x="490451" y="370674"/>
                </a:lnTo>
                <a:lnTo>
                  <a:pt x="501633" y="326745"/>
                </a:lnTo>
                <a:lnTo>
                  <a:pt x="501891" y="325983"/>
                </a:lnTo>
                <a:lnTo>
                  <a:pt x="505968" y="277723"/>
                </a:lnTo>
                <a:lnTo>
                  <a:pt x="502018" y="229438"/>
                </a:lnTo>
                <a:lnTo>
                  <a:pt x="501954" y="229060"/>
                </a:lnTo>
                <a:lnTo>
                  <a:pt x="501827" y="228688"/>
                </a:lnTo>
                <a:lnTo>
                  <a:pt x="490512" y="184010"/>
                </a:lnTo>
                <a:lnTo>
                  <a:pt x="490402" y="183685"/>
                </a:lnTo>
                <a:lnTo>
                  <a:pt x="490199" y="183299"/>
                </a:lnTo>
                <a:lnTo>
                  <a:pt x="472160" y="142176"/>
                </a:lnTo>
                <a:lnTo>
                  <a:pt x="471998" y="141875"/>
                </a:lnTo>
                <a:lnTo>
                  <a:pt x="471727" y="141516"/>
                </a:lnTo>
                <a:lnTo>
                  <a:pt x="447675" y="104711"/>
                </a:lnTo>
                <a:lnTo>
                  <a:pt x="447475" y="104452"/>
                </a:lnTo>
                <a:lnTo>
                  <a:pt x="447109" y="104101"/>
                </a:lnTo>
                <a:lnTo>
                  <a:pt x="417753" y="72351"/>
                </a:lnTo>
                <a:lnTo>
                  <a:pt x="417464" y="72088"/>
                </a:lnTo>
                <a:lnTo>
                  <a:pt x="417070" y="71831"/>
                </a:lnTo>
                <a:lnTo>
                  <a:pt x="383133" y="45872"/>
                </a:lnTo>
                <a:lnTo>
                  <a:pt x="382447" y="45440"/>
                </a:lnTo>
                <a:lnTo>
                  <a:pt x="397544" y="45440"/>
                </a:lnTo>
                <a:lnTo>
                  <a:pt x="454380" y="98488"/>
                </a:lnTo>
                <a:lnTo>
                  <a:pt x="479806" y="137172"/>
                </a:lnTo>
                <a:lnTo>
                  <a:pt x="498881" y="180327"/>
                </a:lnTo>
                <a:lnTo>
                  <a:pt x="510882" y="227190"/>
                </a:lnTo>
                <a:lnTo>
                  <a:pt x="515086" y="276961"/>
                </a:lnTo>
                <a:lnTo>
                  <a:pt x="515086" y="277723"/>
                </a:lnTo>
                <a:lnTo>
                  <a:pt x="511135" y="325234"/>
                </a:lnTo>
                <a:lnTo>
                  <a:pt x="499122" y="373646"/>
                </a:lnTo>
                <a:lnTo>
                  <a:pt x="480161" y="416852"/>
                </a:lnTo>
                <a:lnTo>
                  <a:pt x="454850" y="455587"/>
                </a:lnTo>
                <a:lnTo>
                  <a:pt x="423887" y="489077"/>
                </a:lnTo>
                <a:lnTo>
                  <a:pt x="423303" y="489597"/>
                </a:lnTo>
                <a:lnTo>
                  <a:pt x="397540" y="509244"/>
                </a:lnTo>
                <a:close/>
              </a:path>
              <a:path w="515619" h="554989">
                <a:moveTo>
                  <a:pt x="132783" y="509244"/>
                </a:moveTo>
                <a:lnTo>
                  <a:pt x="132626" y="509244"/>
                </a:lnTo>
                <a:lnTo>
                  <a:pt x="132303" y="508998"/>
                </a:lnTo>
                <a:lnTo>
                  <a:pt x="132783" y="509244"/>
                </a:lnTo>
                <a:close/>
              </a:path>
              <a:path w="515619" h="554989">
                <a:moveTo>
                  <a:pt x="343725" y="528993"/>
                </a:moveTo>
                <a:lnTo>
                  <a:pt x="382770" y="508998"/>
                </a:lnTo>
                <a:lnTo>
                  <a:pt x="382447" y="509244"/>
                </a:lnTo>
                <a:lnTo>
                  <a:pt x="397540" y="509244"/>
                </a:lnTo>
                <a:lnTo>
                  <a:pt x="387997" y="516521"/>
                </a:lnTo>
                <a:lnTo>
                  <a:pt x="387299" y="516953"/>
                </a:lnTo>
                <a:lnTo>
                  <a:pt x="364408" y="528675"/>
                </a:lnTo>
                <a:lnTo>
                  <a:pt x="344512" y="528675"/>
                </a:lnTo>
                <a:lnTo>
                  <a:pt x="343725" y="528993"/>
                </a:lnTo>
                <a:close/>
              </a:path>
              <a:path w="515619" h="554989">
                <a:moveTo>
                  <a:pt x="171348" y="528993"/>
                </a:moveTo>
                <a:lnTo>
                  <a:pt x="170560" y="528675"/>
                </a:lnTo>
                <a:lnTo>
                  <a:pt x="170728" y="528675"/>
                </a:lnTo>
                <a:lnTo>
                  <a:pt x="171348" y="528993"/>
                </a:lnTo>
                <a:close/>
              </a:path>
              <a:path w="515619" h="554989">
                <a:moveTo>
                  <a:pt x="171632" y="528993"/>
                </a:moveTo>
                <a:lnTo>
                  <a:pt x="171348" y="528993"/>
                </a:lnTo>
                <a:lnTo>
                  <a:pt x="170728" y="528675"/>
                </a:lnTo>
                <a:lnTo>
                  <a:pt x="170561" y="528675"/>
                </a:lnTo>
                <a:lnTo>
                  <a:pt x="171632" y="528993"/>
                </a:lnTo>
                <a:close/>
              </a:path>
              <a:path w="515619" h="554989">
                <a:moveTo>
                  <a:pt x="301713" y="541362"/>
                </a:moveTo>
                <a:lnTo>
                  <a:pt x="344512" y="528675"/>
                </a:lnTo>
                <a:lnTo>
                  <a:pt x="344345" y="528675"/>
                </a:lnTo>
                <a:lnTo>
                  <a:pt x="343725" y="528993"/>
                </a:lnTo>
                <a:lnTo>
                  <a:pt x="363788" y="528993"/>
                </a:lnTo>
                <a:lnTo>
                  <a:pt x="347891" y="537133"/>
                </a:lnTo>
                <a:lnTo>
                  <a:pt x="347103" y="537451"/>
                </a:lnTo>
                <a:lnTo>
                  <a:pt x="334499" y="541185"/>
                </a:lnTo>
                <a:lnTo>
                  <a:pt x="302577" y="541185"/>
                </a:lnTo>
                <a:lnTo>
                  <a:pt x="301713" y="541362"/>
                </a:lnTo>
                <a:close/>
              </a:path>
              <a:path w="515619" h="554989">
                <a:moveTo>
                  <a:pt x="363788" y="528993"/>
                </a:moveTo>
                <a:lnTo>
                  <a:pt x="343725" y="528993"/>
                </a:lnTo>
                <a:lnTo>
                  <a:pt x="344512" y="528675"/>
                </a:lnTo>
                <a:lnTo>
                  <a:pt x="364408" y="528675"/>
                </a:lnTo>
                <a:lnTo>
                  <a:pt x="363788" y="528993"/>
                </a:lnTo>
                <a:close/>
              </a:path>
              <a:path w="515619" h="554989">
                <a:moveTo>
                  <a:pt x="213359" y="541362"/>
                </a:moveTo>
                <a:lnTo>
                  <a:pt x="212509" y="541185"/>
                </a:lnTo>
                <a:lnTo>
                  <a:pt x="212760" y="541185"/>
                </a:lnTo>
                <a:lnTo>
                  <a:pt x="213359" y="541362"/>
                </a:lnTo>
                <a:close/>
              </a:path>
              <a:path w="515619" h="554989">
                <a:moveTo>
                  <a:pt x="214343" y="541362"/>
                </a:moveTo>
                <a:lnTo>
                  <a:pt x="213359" y="541362"/>
                </a:lnTo>
                <a:lnTo>
                  <a:pt x="212760" y="541185"/>
                </a:lnTo>
                <a:lnTo>
                  <a:pt x="212509" y="541185"/>
                </a:lnTo>
                <a:lnTo>
                  <a:pt x="214343" y="541362"/>
                </a:lnTo>
                <a:close/>
              </a:path>
              <a:path w="515619" h="554989">
                <a:moveTo>
                  <a:pt x="319768" y="545548"/>
                </a:moveTo>
                <a:lnTo>
                  <a:pt x="257543" y="545548"/>
                </a:lnTo>
                <a:lnTo>
                  <a:pt x="302577" y="541185"/>
                </a:lnTo>
                <a:lnTo>
                  <a:pt x="302313" y="541185"/>
                </a:lnTo>
                <a:lnTo>
                  <a:pt x="301713" y="541362"/>
                </a:lnTo>
                <a:lnTo>
                  <a:pt x="333899" y="541362"/>
                </a:lnTo>
                <a:lnTo>
                  <a:pt x="319768" y="545548"/>
                </a:lnTo>
                <a:close/>
              </a:path>
              <a:path w="515619" h="554989">
                <a:moveTo>
                  <a:pt x="333899" y="541362"/>
                </a:moveTo>
                <a:lnTo>
                  <a:pt x="301713" y="541362"/>
                </a:lnTo>
                <a:lnTo>
                  <a:pt x="302577" y="541185"/>
                </a:lnTo>
                <a:lnTo>
                  <a:pt x="334499" y="541185"/>
                </a:lnTo>
                <a:lnTo>
                  <a:pt x="333899" y="541362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9677" y="209257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5372" y="3980713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3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6149" y="4094734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5372" y="264568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2245" y="275856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5372" y="5315737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6" y="526046"/>
                </a:lnTo>
                <a:lnTo>
                  <a:pt x="212799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4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6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596" y="526046"/>
                </a:lnTo>
                <a:close/>
              </a:path>
              <a:path w="515619" h="551814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49197" y="54303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5372" y="4648225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4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22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29" y="227813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489"/>
                </a:lnTo>
                <a:lnTo>
                  <a:pt x="319977" y="542489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4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4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4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22"/>
                </a:lnTo>
                <a:lnTo>
                  <a:pt x="397603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4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4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7" y="227813"/>
                </a:lnTo>
                <a:lnTo>
                  <a:pt x="501823" y="227418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603" y="45212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4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4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4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4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4">
                <a:moveTo>
                  <a:pt x="319977" y="542489"/>
                </a:moveTo>
                <a:lnTo>
                  <a:pt x="257543" y="542489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77" y="542489"/>
                </a:lnTo>
                <a:close/>
              </a:path>
              <a:path w="515619" h="551814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2245" y="4762627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5372" y="5983249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5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4076" y="226669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13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793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59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2"/>
                </a:lnTo>
                <a:lnTo>
                  <a:pt x="132613" y="45212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0" y="227431"/>
                </a:lnTo>
                <a:lnTo>
                  <a:pt x="13131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7"/>
                </a:lnTo>
                <a:lnTo>
                  <a:pt x="106238" y="486422"/>
                </a:lnTo>
                <a:lnTo>
                  <a:pt x="132060" y="505993"/>
                </a:lnTo>
                <a:lnTo>
                  <a:pt x="131927" y="505993"/>
                </a:lnTo>
                <a:lnTo>
                  <a:pt x="132613" y="506412"/>
                </a:lnTo>
                <a:lnTo>
                  <a:pt x="132751" y="506412"/>
                </a:lnTo>
                <a:lnTo>
                  <a:pt x="170736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841" y="538175"/>
                </a:lnTo>
                <a:lnTo>
                  <a:pt x="212509" y="538175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5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793" y="9093"/>
                </a:lnTo>
                <a:lnTo>
                  <a:pt x="347103" y="17132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5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5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2"/>
                </a:lnTo>
                <a:lnTo>
                  <a:pt x="382460" y="45212"/>
                </a:lnTo>
                <a:lnTo>
                  <a:pt x="382793" y="45464"/>
                </a:lnTo>
                <a:close/>
              </a:path>
              <a:path w="515619" h="551815">
                <a:moveTo>
                  <a:pt x="132280" y="45464"/>
                </a:moveTo>
                <a:lnTo>
                  <a:pt x="132613" y="45212"/>
                </a:lnTo>
                <a:lnTo>
                  <a:pt x="132776" y="45212"/>
                </a:lnTo>
                <a:lnTo>
                  <a:pt x="132280" y="45464"/>
                </a:lnTo>
                <a:close/>
              </a:path>
              <a:path w="515619" h="551815">
                <a:moveTo>
                  <a:pt x="382742" y="506199"/>
                </a:moveTo>
                <a:lnTo>
                  <a:pt x="408835" y="486422"/>
                </a:lnTo>
                <a:lnTo>
                  <a:pt x="417182" y="480187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501955" y="227807"/>
                </a:lnTo>
                <a:lnTo>
                  <a:pt x="501826" y="227431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2"/>
                </a:lnTo>
                <a:lnTo>
                  <a:pt x="397586" y="45212"/>
                </a:lnTo>
                <a:lnTo>
                  <a:pt x="454367" y="97904"/>
                </a:lnTo>
                <a:lnTo>
                  <a:pt x="479806" y="136372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511009" y="324967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398156" y="505993"/>
                </a:lnTo>
                <a:lnTo>
                  <a:pt x="383146" y="505993"/>
                </a:lnTo>
                <a:lnTo>
                  <a:pt x="382742" y="506199"/>
                </a:lnTo>
                <a:close/>
              </a:path>
              <a:path w="515619" h="551815">
                <a:moveTo>
                  <a:pt x="132331" y="506199"/>
                </a:moveTo>
                <a:lnTo>
                  <a:pt x="131927" y="505993"/>
                </a:lnTo>
                <a:lnTo>
                  <a:pt x="132060" y="505993"/>
                </a:lnTo>
                <a:lnTo>
                  <a:pt x="132331" y="506199"/>
                </a:lnTo>
                <a:close/>
              </a:path>
              <a:path w="515619" h="551815">
                <a:moveTo>
                  <a:pt x="397603" y="506412"/>
                </a:moveTo>
                <a:lnTo>
                  <a:pt x="382460" y="506412"/>
                </a:lnTo>
                <a:lnTo>
                  <a:pt x="383146" y="505993"/>
                </a:lnTo>
                <a:lnTo>
                  <a:pt x="398156" y="505993"/>
                </a:lnTo>
                <a:lnTo>
                  <a:pt x="397603" y="506412"/>
                </a:lnTo>
                <a:close/>
              </a:path>
              <a:path w="515619" h="551815">
                <a:moveTo>
                  <a:pt x="132751" y="506412"/>
                </a:moveTo>
                <a:lnTo>
                  <a:pt x="132613" y="506412"/>
                </a:lnTo>
                <a:lnTo>
                  <a:pt x="132331" y="506199"/>
                </a:lnTo>
                <a:lnTo>
                  <a:pt x="132751" y="506412"/>
                </a:lnTo>
                <a:close/>
              </a:path>
              <a:path w="515619" h="551815">
                <a:moveTo>
                  <a:pt x="343738" y="526046"/>
                </a:moveTo>
                <a:lnTo>
                  <a:pt x="382742" y="506199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5">
                <a:moveTo>
                  <a:pt x="171335" y="526046"/>
                </a:moveTo>
                <a:lnTo>
                  <a:pt x="170560" y="525741"/>
                </a:lnTo>
                <a:lnTo>
                  <a:pt x="170736" y="525741"/>
                </a:lnTo>
                <a:lnTo>
                  <a:pt x="171335" y="526046"/>
                </a:lnTo>
                <a:close/>
              </a:path>
              <a:path w="515619" h="551815">
                <a:moveTo>
                  <a:pt x="171597" y="526046"/>
                </a:moveTo>
                <a:lnTo>
                  <a:pt x="171335" y="526046"/>
                </a:lnTo>
                <a:lnTo>
                  <a:pt x="170736" y="525741"/>
                </a:lnTo>
                <a:lnTo>
                  <a:pt x="170561" y="525741"/>
                </a:lnTo>
                <a:lnTo>
                  <a:pt x="171597" y="526046"/>
                </a:lnTo>
                <a:close/>
              </a:path>
              <a:path w="515619" h="551815">
                <a:moveTo>
                  <a:pt x="319934" y="542502"/>
                </a:moveTo>
                <a:lnTo>
                  <a:pt x="257543" y="542502"/>
                </a:lnTo>
                <a:lnTo>
                  <a:pt x="302577" y="538175"/>
                </a:lnTo>
                <a:lnTo>
                  <a:pt x="302287" y="538175"/>
                </a:lnTo>
                <a:lnTo>
                  <a:pt x="344512" y="525741"/>
                </a:lnTo>
                <a:lnTo>
                  <a:pt x="344337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5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5293" y="609828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7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5372" y="6650761"/>
            <a:ext cx="515620" cy="551815"/>
          </a:xfrm>
          <a:custGeom>
            <a:avLst/>
            <a:gdLst/>
            <a:ahLst/>
            <a:cxnLst/>
            <a:rect l="l" t="t" r="r" b="b"/>
            <a:pathLst>
              <a:path w="515619" h="551815">
                <a:moveTo>
                  <a:pt x="257975" y="551637"/>
                </a:moveTo>
                <a:lnTo>
                  <a:pt x="257111" y="551637"/>
                </a:lnTo>
                <a:lnTo>
                  <a:pt x="211632" y="547268"/>
                </a:lnTo>
                <a:lnTo>
                  <a:pt x="167970" y="534504"/>
                </a:lnTo>
                <a:lnTo>
                  <a:pt x="127774" y="514134"/>
                </a:lnTo>
                <a:lnTo>
                  <a:pt x="91782" y="486943"/>
                </a:lnTo>
                <a:lnTo>
                  <a:pt x="60706" y="453732"/>
                </a:lnTo>
                <a:lnTo>
                  <a:pt x="35280" y="415264"/>
                </a:lnTo>
                <a:lnTo>
                  <a:pt x="16205" y="372338"/>
                </a:lnTo>
                <a:lnTo>
                  <a:pt x="4203" y="325729"/>
                </a:lnTo>
                <a:lnTo>
                  <a:pt x="0" y="276199"/>
                </a:lnTo>
                <a:lnTo>
                  <a:pt x="0" y="275437"/>
                </a:lnTo>
                <a:lnTo>
                  <a:pt x="3950" y="228180"/>
                </a:lnTo>
                <a:lnTo>
                  <a:pt x="15951" y="180009"/>
                </a:lnTo>
                <a:lnTo>
                  <a:pt x="34912" y="137032"/>
                </a:lnTo>
                <a:lnTo>
                  <a:pt x="60236" y="98501"/>
                </a:lnTo>
                <a:lnTo>
                  <a:pt x="91198" y="65214"/>
                </a:lnTo>
                <a:lnTo>
                  <a:pt x="127088" y="37934"/>
                </a:lnTo>
                <a:lnTo>
                  <a:pt x="167195" y="17437"/>
                </a:lnTo>
                <a:lnTo>
                  <a:pt x="210781" y="4533"/>
                </a:lnTo>
                <a:lnTo>
                  <a:pt x="257111" y="0"/>
                </a:lnTo>
                <a:lnTo>
                  <a:pt x="257975" y="0"/>
                </a:lnTo>
                <a:lnTo>
                  <a:pt x="303453" y="4368"/>
                </a:lnTo>
                <a:lnTo>
                  <a:pt x="304304" y="4533"/>
                </a:lnTo>
                <a:lnTo>
                  <a:pt x="319809" y="9093"/>
                </a:lnTo>
                <a:lnTo>
                  <a:pt x="257975" y="9093"/>
                </a:lnTo>
                <a:lnTo>
                  <a:pt x="214227" y="13296"/>
                </a:lnTo>
                <a:lnTo>
                  <a:pt x="213360" y="13296"/>
                </a:lnTo>
                <a:lnTo>
                  <a:pt x="171596" y="25590"/>
                </a:lnTo>
                <a:lnTo>
                  <a:pt x="171335" y="25590"/>
                </a:lnTo>
                <a:lnTo>
                  <a:pt x="170873" y="25772"/>
                </a:lnTo>
                <a:lnTo>
                  <a:pt x="132776" y="45211"/>
                </a:lnTo>
                <a:lnTo>
                  <a:pt x="132613" y="45211"/>
                </a:lnTo>
                <a:lnTo>
                  <a:pt x="131927" y="45643"/>
                </a:lnTo>
                <a:lnTo>
                  <a:pt x="97994" y="71450"/>
                </a:lnTo>
                <a:lnTo>
                  <a:pt x="97593" y="71716"/>
                </a:lnTo>
                <a:lnTo>
                  <a:pt x="97307" y="71970"/>
                </a:lnTo>
                <a:lnTo>
                  <a:pt x="67955" y="103543"/>
                </a:lnTo>
                <a:lnTo>
                  <a:pt x="67618" y="103860"/>
                </a:lnTo>
                <a:lnTo>
                  <a:pt x="67398" y="104139"/>
                </a:lnTo>
                <a:lnTo>
                  <a:pt x="43356" y="140728"/>
                </a:lnTo>
                <a:lnTo>
                  <a:pt x="43090" y="141077"/>
                </a:lnTo>
                <a:lnTo>
                  <a:pt x="42913" y="141401"/>
                </a:lnTo>
                <a:lnTo>
                  <a:pt x="24876" y="182283"/>
                </a:lnTo>
                <a:lnTo>
                  <a:pt x="24699" y="182609"/>
                </a:lnTo>
                <a:lnTo>
                  <a:pt x="24561" y="182994"/>
                </a:lnTo>
                <a:lnTo>
                  <a:pt x="13263" y="227418"/>
                </a:lnTo>
                <a:lnTo>
                  <a:pt x="13130" y="227807"/>
                </a:lnTo>
                <a:lnTo>
                  <a:pt x="13068" y="228180"/>
                </a:lnTo>
                <a:lnTo>
                  <a:pt x="9182" y="275437"/>
                </a:lnTo>
                <a:lnTo>
                  <a:pt x="9118" y="276199"/>
                </a:lnTo>
                <a:lnTo>
                  <a:pt x="13132" y="323456"/>
                </a:lnTo>
                <a:lnTo>
                  <a:pt x="13195" y="324205"/>
                </a:lnTo>
                <a:lnTo>
                  <a:pt x="13455" y="324967"/>
                </a:lnTo>
                <a:lnTo>
                  <a:pt x="24633" y="368642"/>
                </a:lnTo>
                <a:lnTo>
                  <a:pt x="24675" y="368960"/>
                </a:lnTo>
                <a:lnTo>
                  <a:pt x="24815" y="369354"/>
                </a:lnTo>
                <a:lnTo>
                  <a:pt x="25884" y="371627"/>
                </a:lnTo>
                <a:lnTo>
                  <a:pt x="42989" y="410235"/>
                </a:lnTo>
                <a:lnTo>
                  <a:pt x="43076" y="410527"/>
                </a:lnTo>
                <a:lnTo>
                  <a:pt x="43281" y="410895"/>
                </a:lnTo>
                <a:lnTo>
                  <a:pt x="45793" y="414604"/>
                </a:lnTo>
                <a:lnTo>
                  <a:pt x="67475" y="447497"/>
                </a:lnTo>
                <a:lnTo>
                  <a:pt x="67618" y="447776"/>
                </a:lnTo>
                <a:lnTo>
                  <a:pt x="67868" y="448094"/>
                </a:lnTo>
                <a:lnTo>
                  <a:pt x="72646" y="453123"/>
                </a:lnTo>
                <a:lnTo>
                  <a:pt x="97394" y="479653"/>
                </a:lnTo>
                <a:lnTo>
                  <a:pt x="97552" y="479877"/>
                </a:lnTo>
                <a:lnTo>
                  <a:pt x="97891" y="480186"/>
                </a:lnTo>
                <a:lnTo>
                  <a:pt x="106238" y="486422"/>
                </a:lnTo>
                <a:lnTo>
                  <a:pt x="132043" y="505980"/>
                </a:lnTo>
                <a:lnTo>
                  <a:pt x="132213" y="506160"/>
                </a:lnTo>
                <a:lnTo>
                  <a:pt x="132613" y="506412"/>
                </a:lnTo>
                <a:lnTo>
                  <a:pt x="132775" y="506412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335" y="526046"/>
                </a:lnTo>
                <a:lnTo>
                  <a:pt x="171597" y="526046"/>
                </a:lnTo>
                <a:lnTo>
                  <a:pt x="212798" y="538162"/>
                </a:lnTo>
                <a:lnTo>
                  <a:pt x="212509" y="538162"/>
                </a:lnTo>
                <a:lnTo>
                  <a:pt x="257543" y="542502"/>
                </a:lnTo>
                <a:lnTo>
                  <a:pt x="319934" y="542502"/>
                </a:lnTo>
                <a:lnTo>
                  <a:pt x="304304" y="547103"/>
                </a:lnTo>
                <a:lnTo>
                  <a:pt x="303453" y="547268"/>
                </a:lnTo>
                <a:lnTo>
                  <a:pt x="257975" y="551637"/>
                </a:lnTo>
                <a:close/>
              </a:path>
              <a:path w="515619" h="551815">
                <a:moveTo>
                  <a:pt x="344095" y="25772"/>
                </a:moveTo>
                <a:lnTo>
                  <a:pt x="301726" y="13296"/>
                </a:lnTo>
                <a:lnTo>
                  <a:pt x="300859" y="13296"/>
                </a:lnTo>
                <a:lnTo>
                  <a:pt x="257111" y="9093"/>
                </a:lnTo>
                <a:lnTo>
                  <a:pt x="319809" y="9093"/>
                </a:lnTo>
                <a:lnTo>
                  <a:pt x="347103" y="17119"/>
                </a:lnTo>
                <a:lnTo>
                  <a:pt x="347878" y="17437"/>
                </a:lnTo>
                <a:lnTo>
                  <a:pt x="363896" y="25590"/>
                </a:lnTo>
                <a:lnTo>
                  <a:pt x="343738" y="25590"/>
                </a:lnTo>
                <a:lnTo>
                  <a:pt x="344095" y="25772"/>
                </a:lnTo>
                <a:close/>
              </a:path>
              <a:path w="515619" h="551815">
                <a:moveTo>
                  <a:pt x="170978" y="25772"/>
                </a:moveTo>
                <a:lnTo>
                  <a:pt x="171335" y="25590"/>
                </a:lnTo>
                <a:lnTo>
                  <a:pt x="171596" y="25590"/>
                </a:lnTo>
                <a:lnTo>
                  <a:pt x="170978" y="25772"/>
                </a:lnTo>
                <a:close/>
              </a:path>
              <a:path w="515619" h="551815">
                <a:moveTo>
                  <a:pt x="382793" y="45464"/>
                </a:moveTo>
                <a:lnTo>
                  <a:pt x="344200" y="25772"/>
                </a:lnTo>
                <a:lnTo>
                  <a:pt x="343738" y="25590"/>
                </a:lnTo>
                <a:lnTo>
                  <a:pt x="363896" y="25590"/>
                </a:lnTo>
                <a:lnTo>
                  <a:pt x="387299" y="37503"/>
                </a:lnTo>
                <a:lnTo>
                  <a:pt x="387984" y="37934"/>
                </a:lnTo>
                <a:lnTo>
                  <a:pt x="397586" y="45211"/>
                </a:lnTo>
                <a:lnTo>
                  <a:pt x="382460" y="45211"/>
                </a:lnTo>
                <a:lnTo>
                  <a:pt x="382793" y="45464"/>
                </a:lnTo>
                <a:close/>
              </a:path>
              <a:path w="515619" h="551815">
                <a:moveTo>
                  <a:pt x="132280" y="45464"/>
                </a:moveTo>
                <a:lnTo>
                  <a:pt x="132613" y="45211"/>
                </a:lnTo>
                <a:lnTo>
                  <a:pt x="132776" y="45211"/>
                </a:lnTo>
                <a:lnTo>
                  <a:pt x="132280" y="45464"/>
                </a:lnTo>
                <a:close/>
              </a:path>
              <a:path w="515619" h="551815">
                <a:moveTo>
                  <a:pt x="397603" y="506412"/>
                </a:moveTo>
                <a:lnTo>
                  <a:pt x="382460" y="506412"/>
                </a:lnTo>
                <a:lnTo>
                  <a:pt x="382860" y="506160"/>
                </a:lnTo>
                <a:lnTo>
                  <a:pt x="383030" y="505980"/>
                </a:lnTo>
                <a:lnTo>
                  <a:pt x="408835" y="486422"/>
                </a:lnTo>
                <a:lnTo>
                  <a:pt x="417182" y="480186"/>
                </a:lnTo>
                <a:lnTo>
                  <a:pt x="417521" y="479877"/>
                </a:lnTo>
                <a:lnTo>
                  <a:pt x="417679" y="479653"/>
                </a:lnTo>
                <a:lnTo>
                  <a:pt x="442427" y="453123"/>
                </a:lnTo>
                <a:lnTo>
                  <a:pt x="447205" y="448094"/>
                </a:lnTo>
                <a:lnTo>
                  <a:pt x="447455" y="447776"/>
                </a:lnTo>
                <a:lnTo>
                  <a:pt x="447598" y="447497"/>
                </a:lnTo>
                <a:lnTo>
                  <a:pt x="469280" y="414604"/>
                </a:lnTo>
                <a:lnTo>
                  <a:pt x="471804" y="410895"/>
                </a:lnTo>
                <a:lnTo>
                  <a:pt x="472003" y="410527"/>
                </a:lnTo>
                <a:lnTo>
                  <a:pt x="472097" y="410235"/>
                </a:lnTo>
                <a:lnTo>
                  <a:pt x="489190" y="371627"/>
                </a:lnTo>
                <a:lnTo>
                  <a:pt x="490270" y="369354"/>
                </a:lnTo>
                <a:lnTo>
                  <a:pt x="490404" y="368960"/>
                </a:lnTo>
                <a:lnTo>
                  <a:pt x="490452" y="368642"/>
                </a:lnTo>
                <a:lnTo>
                  <a:pt x="501631" y="324967"/>
                </a:lnTo>
                <a:lnTo>
                  <a:pt x="501891" y="324205"/>
                </a:lnTo>
                <a:lnTo>
                  <a:pt x="505968" y="276199"/>
                </a:lnTo>
                <a:lnTo>
                  <a:pt x="502018" y="228180"/>
                </a:lnTo>
                <a:lnTo>
                  <a:pt x="490512" y="182994"/>
                </a:lnTo>
                <a:lnTo>
                  <a:pt x="490381" y="182609"/>
                </a:lnTo>
                <a:lnTo>
                  <a:pt x="490197" y="182283"/>
                </a:lnTo>
                <a:lnTo>
                  <a:pt x="472173" y="141401"/>
                </a:lnTo>
                <a:lnTo>
                  <a:pt x="471995" y="141077"/>
                </a:lnTo>
                <a:lnTo>
                  <a:pt x="471729" y="140728"/>
                </a:lnTo>
                <a:lnTo>
                  <a:pt x="447675" y="104139"/>
                </a:lnTo>
                <a:lnTo>
                  <a:pt x="447455" y="103860"/>
                </a:lnTo>
                <a:lnTo>
                  <a:pt x="447118" y="103543"/>
                </a:lnTo>
                <a:lnTo>
                  <a:pt x="417766" y="71970"/>
                </a:lnTo>
                <a:lnTo>
                  <a:pt x="417480" y="71716"/>
                </a:lnTo>
                <a:lnTo>
                  <a:pt x="417079" y="71450"/>
                </a:lnTo>
                <a:lnTo>
                  <a:pt x="383146" y="45643"/>
                </a:lnTo>
                <a:lnTo>
                  <a:pt x="382460" y="45211"/>
                </a:lnTo>
                <a:lnTo>
                  <a:pt x="397586" y="45211"/>
                </a:lnTo>
                <a:lnTo>
                  <a:pt x="454367" y="97904"/>
                </a:lnTo>
                <a:lnTo>
                  <a:pt x="479806" y="136359"/>
                </a:lnTo>
                <a:lnTo>
                  <a:pt x="498881" y="179298"/>
                </a:lnTo>
                <a:lnTo>
                  <a:pt x="510882" y="225907"/>
                </a:lnTo>
                <a:lnTo>
                  <a:pt x="515086" y="275437"/>
                </a:lnTo>
                <a:lnTo>
                  <a:pt x="515086" y="276199"/>
                </a:lnTo>
                <a:lnTo>
                  <a:pt x="511136" y="323456"/>
                </a:lnTo>
                <a:lnTo>
                  <a:pt x="499122" y="371627"/>
                </a:lnTo>
                <a:lnTo>
                  <a:pt x="480161" y="414604"/>
                </a:lnTo>
                <a:lnTo>
                  <a:pt x="454837" y="453123"/>
                </a:lnTo>
                <a:lnTo>
                  <a:pt x="423875" y="486422"/>
                </a:lnTo>
                <a:lnTo>
                  <a:pt x="423291" y="486943"/>
                </a:lnTo>
                <a:lnTo>
                  <a:pt x="397603" y="506412"/>
                </a:lnTo>
                <a:close/>
              </a:path>
              <a:path w="515619" h="551815">
                <a:moveTo>
                  <a:pt x="132775" y="506412"/>
                </a:moveTo>
                <a:lnTo>
                  <a:pt x="132613" y="506412"/>
                </a:lnTo>
                <a:lnTo>
                  <a:pt x="132281" y="506160"/>
                </a:lnTo>
                <a:lnTo>
                  <a:pt x="132775" y="506412"/>
                </a:lnTo>
                <a:close/>
              </a:path>
              <a:path w="515619" h="551815">
                <a:moveTo>
                  <a:pt x="343738" y="526046"/>
                </a:moveTo>
                <a:lnTo>
                  <a:pt x="382792" y="506160"/>
                </a:lnTo>
                <a:lnTo>
                  <a:pt x="382460" y="506412"/>
                </a:lnTo>
                <a:lnTo>
                  <a:pt x="397603" y="506412"/>
                </a:lnTo>
                <a:lnTo>
                  <a:pt x="387984" y="513702"/>
                </a:lnTo>
                <a:lnTo>
                  <a:pt x="387299" y="514134"/>
                </a:lnTo>
                <a:lnTo>
                  <a:pt x="364495" y="525741"/>
                </a:lnTo>
                <a:lnTo>
                  <a:pt x="344512" y="525741"/>
                </a:lnTo>
                <a:lnTo>
                  <a:pt x="343738" y="526046"/>
                </a:lnTo>
                <a:close/>
              </a:path>
              <a:path w="515619" h="551815">
                <a:moveTo>
                  <a:pt x="171335" y="526046"/>
                </a:moveTo>
                <a:lnTo>
                  <a:pt x="170560" y="525741"/>
                </a:lnTo>
                <a:lnTo>
                  <a:pt x="170737" y="525741"/>
                </a:lnTo>
                <a:lnTo>
                  <a:pt x="171335" y="526046"/>
                </a:lnTo>
                <a:close/>
              </a:path>
              <a:path w="515619" h="551815">
                <a:moveTo>
                  <a:pt x="171597" y="526046"/>
                </a:moveTo>
                <a:lnTo>
                  <a:pt x="171335" y="526046"/>
                </a:lnTo>
                <a:lnTo>
                  <a:pt x="170737" y="525741"/>
                </a:lnTo>
                <a:lnTo>
                  <a:pt x="170560" y="525741"/>
                </a:lnTo>
                <a:lnTo>
                  <a:pt x="171597" y="526046"/>
                </a:lnTo>
                <a:close/>
              </a:path>
              <a:path w="515619" h="551815">
                <a:moveTo>
                  <a:pt x="319934" y="542502"/>
                </a:moveTo>
                <a:lnTo>
                  <a:pt x="257543" y="542502"/>
                </a:lnTo>
                <a:lnTo>
                  <a:pt x="302577" y="538162"/>
                </a:lnTo>
                <a:lnTo>
                  <a:pt x="302287" y="538162"/>
                </a:lnTo>
                <a:lnTo>
                  <a:pt x="344512" y="525741"/>
                </a:lnTo>
                <a:lnTo>
                  <a:pt x="344336" y="525741"/>
                </a:lnTo>
                <a:lnTo>
                  <a:pt x="343738" y="526046"/>
                </a:lnTo>
                <a:lnTo>
                  <a:pt x="363896" y="526046"/>
                </a:lnTo>
                <a:lnTo>
                  <a:pt x="347878" y="534200"/>
                </a:lnTo>
                <a:lnTo>
                  <a:pt x="347103" y="534504"/>
                </a:lnTo>
                <a:lnTo>
                  <a:pt x="319934" y="542502"/>
                </a:lnTo>
                <a:close/>
              </a:path>
              <a:path w="515619" h="551815">
                <a:moveTo>
                  <a:pt x="363896" y="526046"/>
                </a:moveTo>
                <a:lnTo>
                  <a:pt x="343738" y="526046"/>
                </a:lnTo>
                <a:lnTo>
                  <a:pt x="344512" y="525741"/>
                </a:lnTo>
                <a:lnTo>
                  <a:pt x="364495" y="525741"/>
                </a:lnTo>
                <a:lnTo>
                  <a:pt x="363896" y="526046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49197" y="676605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 panose="020B0604030504040204"/>
                <a:cs typeface="Tahoma" panose="020B0604030504040204"/>
              </a:rPr>
              <a:t>8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1030224"/>
            <a:ext cx="1975485" cy="8091805"/>
            <a:chOff x="16312895" y="1030224"/>
            <a:chExt cx="1975485" cy="8091805"/>
          </a:xfrm>
        </p:grpSpPr>
        <p:pic>
          <p:nvPicPr>
            <p:cNvPr id="21" name="object 2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6312895" y="1030224"/>
              <a:ext cx="947928" cy="2346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477487" y="1158862"/>
              <a:ext cx="1811020" cy="7962900"/>
            </a:xfrm>
            <a:custGeom>
              <a:avLst/>
              <a:gdLst/>
              <a:ahLst/>
              <a:cxnLst/>
              <a:rect l="l" t="t" r="r" b="b"/>
              <a:pathLst>
                <a:path w="1811019" h="7962900">
                  <a:moveTo>
                    <a:pt x="1585633" y="7962900"/>
                  </a:moveTo>
                  <a:lnTo>
                    <a:pt x="1569631" y="7950200"/>
                  </a:lnTo>
                  <a:lnTo>
                    <a:pt x="1535633" y="7912100"/>
                  </a:lnTo>
                  <a:lnTo>
                    <a:pt x="1503641" y="7874000"/>
                  </a:lnTo>
                  <a:lnTo>
                    <a:pt x="1473606" y="7848600"/>
                  </a:lnTo>
                  <a:lnTo>
                    <a:pt x="1440510" y="7810500"/>
                  </a:lnTo>
                  <a:lnTo>
                    <a:pt x="1411008" y="7772400"/>
                  </a:lnTo>
                  <a:lnTo>
                    <a:pt x="1378521" y="7734300"/>
                  </a:lnTo>
                  <a:lnTo>
                    <a:pt x="1347952" y="7696200"/>
                  </a:lnTo>
                  <a:lnTo>
                    <a:pt x="1319288" y="7670800"/>
                  </a:lnTo>
                  <a:lnTo>
                    <a:pt x="1289291" y="7632700"/>
                  </a:lnTo>
                  <a:lnTo>
                    <a:pt x="1258036" y="7594600"/>
                  </a:lnTo>
                  <a:lnTo>
                    <a:pt x="1230198" y="7556500"/>
                  </a:lnTo>
                  <a:lnTo>
                    <a:pt x="1201089" y="7518400"/>
                  </a:lnTo>
                  <a:lnTo>
                    <a:pt x="1170774" y="7480300"/>
                  </a:lnTo>
                  <a:lnTo>
                    <a:pt x="1142301" y="7442200"/>
                  </a:lnTo>
                  <a:lnTo>
                    <a:pt x="1115606" y="7404100"/>
                  </a:lnTo>
                  <a:lnTo>
                    <a:pt x="1086243" y="7366000"/>
                  </a:lnTo>
                  <a:lnTo>
                    <a:pt x="1060132" y="7327900"/>
                  </a:lnTo>
                  <a:lnTo>
                    <a:pt x="1032865" y="7289800"/>
                  </a:lnTo>
                  <a:lnTo>
                    <a:pt x="1005903" y="7251700"/>
                  </a:lnTo>
                  <a:lnTo>
                    <a:pt x="977849" y="7200900"/>
                  </a:lnTo>
                  <a:lnTo>
                    <a:pt x="951534" y="7162800"/>
                  </a:lnTo>
                  <a:lnTo>
                    <a:pt x="926909" y="7124700"/>
                  </a:lnTo>
                  <a:lnTo>
                    <a:pt x="901217" y="7086600"/>
                  </a:lnTo>
                  <a:lnTo>
                    <a:pt x="874496" y="7048500"/>
                  </a:lnTo>
                  <a:lnTo>
                    <a:pt x="849452" y="7010400"/>
                  </a:lnTo>
                  <a:lnTo>
                    <a:pt x="826046" y="6972300"/>
                  </a:lnTo>
                  <a:lnTo>
                    <a:pt x="800353" y="6921500"/>
                  </a:lnTo>
                  <a:lnTo>
                    <a:pt x="776287" y="6883400"/>
                  </a:lnTo>
                  <a:lnTo>
                    <a:pt x="752563" y="6845300"/>
                  </a:lnTo>
                  <a:lnTo>
                    <a:pt x="729157" y="6794500"/>
                  </a:lnTo>
                  <a:lnTo>
                    <a:pt x="706094" y="6756400"/>
                  </a:lnTo>
                  <a:lnTo>
                    <a:pt x="684568" y="6718300"/>
                  </a:lnTo>
                  <a:lnTo>
                    <a:pt x="662152" y="6680200"/>
                  </a:lnTo>
                  <a:lnTo>
                    <a:pt x="640079" y="6629400"/>
                  </a:lnTo>
                  <a:lnTo>
                    <a:pt x="617194" y="6591300"/>
                  </a:lnTo>
                  <a:lnTo>
                    <a:pt x="596950" y="6553200"/>
                  </a:lnTo>
                  <a:lnTo>
                    <a:pt x="574789" y="6502400"/>
                  </a:lnTo>
                  <a:lnTo>
                    <a:pt x="555193" y="6464300"/>
                  </a:lnTo>
                  <a:lnTo>
                    <a:pt x="533768" y="6413500"/>
                  </a:lnTo>
                  <a:lnTo>
                    <a:pt x="514832" y="6375400"/>
                  </a:lnTo>
                  <a:lnTo>
                    <a:pt x="495185" y="6324600"/>
                  </a:lnTo>
                  <a:lnTo>
                    <a:pt x="474852" y="6286500"/>
                  </a:lnTo>
                  <a:lnTo>
                    <a:pt x="455929" y="6235700"/>
                  </a:lnTo>
                  <a:lnTo>
                    <a:pt x="437349" y="6197600"/>
                  </a:lnTo>
                  <a:lnTo>
                    <a:pt x="420103" y="6146800"/>
                  </a:lnTo>
                  <a:lnTo>
                    <a:pt x="401281" y="6108700"/>
                  </a:lnTo>
                  <a:lnTo>
                    <a:pt x="383794" y="6057900"/>
                  </a:lnTo>
                  <a:lnTo>
                    <a:pt x="366661" y="6019800"/>
                  </a:lnTo>
                  <a:lnTo>
                    <a:pt x="349897" y="5969000"/>
                  </a:lnTo>
                  <a:lnTo>
                    <a:pt x="333501" y="5918200"/>
                  </a:lnTo>
                  <a:lnTo>
                    <a:pt x="318325" y="5880100"/>
                  </a:lnTo>
                  <a:lnTo>
                    <a:pt x="302653" y="5829300"/>
                  </a:lnTo>
                  <a:lnTo>
                    <a:pt x="286550" y="5791200"/>
                  </a:lnTo>
                  <a:lnTo>
                    <a:pt x="272427" y="5740400"/>
                  </a:lnTo>
                  <a:lnTo>
                    <a:pt x="257111" y="5689600"/>
                  </a:lnTo>
                  <a:lnTo>
                    <a:pt x="242963" y="5651500"/>
                  </a:lnTo>
                  <a:lnTo>
                    <a:pt x="229920" y="5600700"/>
                  </a:lnTo>
                  <a:lnTo>
                    <a:pt x="216509" y="5549900"/>
                  </a:lnTo>
                  <a:lnTo>
                    <a:pt x="202793" y="5511800"/>
                  </a:lnTo>
                  <a:lnTo>
                    <a:pt x="190182" y="5461000"/>
                  </a:lnTo>
                  <a:lnTo>
                    <a:pt x="177952" y="5410200"/>
                  </a:lnTo>
                  <a:lnTo>
                    <a:pt x="166738" y="5372100"/>
                  </a:lnTo>
                  <a:lnTo>
                    <a:pt x="154660" y="5321300"/>
                  </a:lnTo>
                  <a:lnTo>
                    <a:pt x="144183" y="5270500"/>
                  </a:lnTo>
                  <a:lnTo>
                    <a:pt x="133502" y="5219700"/>
                  </a:lnTo>
                  <a:lnTo>
                    <a:pt x="123215" y="5168900"/>
                  </a:lnTo>
                  <a:lnTo>
                    <a:pt x="112814" y="5118100"/>
                  </a:lnTo>
                  <a:lnTo>
                    <a:pt x="103352" y="5080000"/>
                  </a:lnTo>
                  <a:lnTo>
                    <a:pt x="94754" y="5029200"/>
                  </a:lnTo>
                  <a:lnTo>
                    <a:pt x="85623" y="4978400"/>
                  </a:lnTo>
                  <a:lnTo>
                    <a:pt x="77368" y="4927600"/>
                  </a:lnTo>
                  <a:lnTo>
                    <a:pt x="69519" y="4876800"/>
                  </a:lnTo>
                  <a:lnTo>
                    <a:pt x="62471" y="4838700"/>
                  </a:lnTo>
                  <a:lnTo>
                    <a:pt x="55422" y="4787900"/>
                  </a:lnTo>
                  <a:lnTo>
                    <a:pt x="48450" y="4737100"/>
                  </a:lnTo>
                  <a:lnTo>
                    <a:pt x="42252" y="4686300"/>
                  </a:lnTo>
                  <a:lnTo>
                    <a:pt x="36766" y="4635500"/>
                  </a:lnTo>
                  <a:lnTo>
                    <a:pt x="31102" y="4584700"/>
                  </a:lnTo>
                  <a:lnTo>
                    <a:pt x="26161" y="4533900"/>
                  </a:lnTo>
                  <a:lnTo>
                    <a:pt x="21640" y="4483100"/>
                  </a:lnTo>
                  <a:lnTo>
                    <a:pt x="17741" y="4432300"/>
                  </a:lnTo>
                  <a:lnTo>
                    <a:pt x="14046" y="4381500"/>
                  </a:lnTo>
                  <a:lnTo>
                    <a:pt x="10617" y="4330700"/>
                  </a:lnTo>
                  <a:lnTo>
                    <a:pt x="7797" y="4279900"/>
                  </a:lnTo>
                  <a:lnTo>
                    <a:pt x="5537" y="4241800"/>
                  </a:lnTo>
                  <a:lnTo>
                    <a:pt x="3555" y="4191000"/>
                  </a:lnTo>
                  <a:lnTo>
                    <a:pt x="2006" y="4140200"/>
                  </a:lnTo>
                  <a:lnTo>
                    <a:pt x="901" y="4089400"/>
                  </a:lnTo>
                  <a:lnTo>
                    <a:pt x="850" y="4076700"/>
                  </a:lnTo>
                  <a:lnTo>
                    <a:pt x="203" y="4025900"/>
                  </a:lnTo>
                  <a:lnTo>
                    <a:pt x="0" y="3975100"/>
                  </a:lnTo>
                  <a:lnTo>
                    <a:pt x="152" y="3937000"/>
                  </a:lnTo>
                  <a:lnTo>
                    <a:pt x="203" y="3924300"/>
                  </a:lnTo>
                  <a:lnTo>
                    <a:pt x="850" y="3873500"/>
                  </a:lnTo>
                  <a:lnTo>
                    <a:pt x="2006" y="3822700"/>
                  </a:lnTo>
                  <a:lnTo>
                    <a:pt x="3555" y="3771900"/>
                  </a:lnTo>
                  <a:lnTo>
                    <a:pt x="5422" y="3721100"/>
                  </a:lnTo>
                  <a:lnTo>
                    <a:pt x="7797" y="3670300"/>
                  </a:lnTo>
                  <a:lnTo>
                    <a:pt x="10617" y="3632200"/>
                  </a:lnTo>
                  <a:lnTo>
                    <a:pt x="14046" y="3568700"/>
                  </a:lnTo>
                  <a:lnTo>
                    <a:pt x="17741" y="3517900"/>
                  </a:lnTo>
                  <a:lnTo>
                    <a:pt x="21869" y="3467100"/>
                  </a:lnTo>
                  <a:lnTo>
                    <a:pt x="26415" y="3416300"/>
                  </a:lnTo>
                  <a:lnTo>
                    <a:pt x="31102" y="3378200"/>
                  </a:lnTo>
                  <a:lnTo>
                    <a:pt x="36766" y="3327400"/>
                  </a:lnTo>
                  <a:lnTo>
                    <a:pt x="42570" y="3276600"/>
                  </a:lnTo>
                  <a:lnTo>
                    <a:pt x="48793" y="3225800"/>
                  </a:lnTo>
                  <a:lnTo>
                    <a:pt x="55422" y="3175000"/>
                  </a:lnTo>
                  <a:lnTo>
                    <a:pt x="69519" y="3073400"/>
                  </a:lnTo>
                  <a:lnTo>
                    <a:pt x="77368" y="3035300"/>
                  </a:lnTo>
                  <a:lnTo>
                    <a:pt x="85623" y="2984500"/>
                  </a:lnTo>
                  <a:lnTo>
                    <a:pt x="94754" y="2933700"/>
                  </a:lnTo>
                  <a:lnTo>
                    <a:pt x="103847" y="2882900"/>
                  </a:lnTo>
                  <a:lnTo>
                    <a:pt x="112814" y="2832100"/>
                  </a:lnTo>
                  <a:lnTo>
                    <a:pt x="123215" y="2781300"/>
                  </a:lnTo>
                  <a:lnTo>
                    <a:pt x="133502" y="2730500"/>
                  </a:lnTo>
                  <a:lnTo>
                    <a:pt x="144195" y="2692400"/>
                  </a:lnTo>
                  <a:lnTo>
                    <a:pt x="154660" y="2641600"/>
                  </a:lnTo>
                  <a:lnTo>
                    <a:pt x="166738" y="2590800"/>
                  </a:lnTo>
                  <a:lnTo>
                    <a:pt x="177952" y="2552700"/>
                  </a:lnTo>
                  <a:lnTo>
                    <a:pt x="190182" y="2501900"/>
                  </a:lnTo>
                  <a:lnTo>
                    <a:pt x="202793" y="2451100"/>
                  </a:lnTo>
                  <a:lnTo>
                    <a:pt x="215798" y="2400300"/>
                  </a:lnTo>
                  <a:lnTo>
                    <a:pt x="229920" y="2362200"/>
                  </a:lnTo>
                  <a:lnTo>
                    <a:pt x="243713" y="2311400"/>
                  </a:lnTo>
                  <a:lnTo>
                    <a:pt x="257111" y="2260600"/>
                  </a:lnTo>
                  <a:lnTo>
                    <a:pt x="272427" y="2222500"/>
                  </a:lnTo>
                  <a:lnTo>
                    <a:pt x="287362" y="2171700"/>
                  </a:lnTo>
                  <a:lnTo>
                    <a:pt x="302653" y="2120900"/>
                  </a:lnTo>
                  <a:lnTo>
                    <a:pt x="318325" y="2082800"/>
                  </a:lnTo>
                  <a:lnTo>
                    <a:pt x="333501" y="2032000"/>
                  </a:lnTo>
                  <a:lnTo>
                    <a:pt x="350786" y="1993900"/>
                  </a:lnTo>
                  <a:lnTo>
                    <a:pt x="367576" y="1943100"/>
                  </a:lnTo>
                  <a:lnTo>
                    <a:pt x="384721" y="1892300"/>
                  </a:lnTo>
                  <a:lnTo>
                    <a:pt x="402234" y="1854200"/>
                  </a:lnTo>
                  <a:lnTo>
                    <a:pt x="420103" y="1803400"/>
                  </a:lnTo>
                  <a:lnTo>
                    <a:pt x="437349" y="1765300"/>
                  </a:lnTo>
                  <a:lnTo>
                    <a:pt x="455917" y="1714500"/>
                  </a:lnTo>
                  <a:lnTo>
                    <a:pt x="474852" y="1676400"/>
                  </a:lnTo>
                  <a:lnTo>
                    <a:pt x="495185" y="1625600"/>
                  </a:lnTo>
                  <a:lnTo>
                    <a:pt x="514832" y="1587500"/>
                  </a:lnTo>
                  <a:lnTo>
                    <a:pt x="534847" y="1536700"/>
                  </a:lnTo>
                  <a:lnTo>
                    <a:pt x="555193" y="1498600"/>
                  </a:lnTo>
                  <a:lnTo>
                    <a:pt x="575906" y="1460500"/>
                  </a:lnTo>
                  <a:lnTo>
                    <a:pt x="596950" y="1409700"/>
                  </a:lnTo>
                  <a:lnTo>
                    <a:pt x="617194" y="1371600"/>
                  </a:lnTo>
                  <a:lnTo>
                    <a:pt x="640079" y="1320800"/>
                  </a:lnTo>
                  <a:lnTo>
                    <a:pt x="662152" y="1282700"/>
                  </a:lnTo>
                  <a:lnTo>
                    <a:pt x="684568" y="1244600"/>
                  </a:lnTo>
                  <a:lnTo>
                    <a:pt x="707313" y="1206500"/>
                  </a:lnTo>
                  <a:lnTo>
                    <a:pt x="729157" y="1155700"/>
                  </a:lnTo>
                  <a:lnTo>
                    <a:pt x="752563" y="1117600"/>
                  </a:lnTo>
                  <a:lnTo>
                    <a:pt x="776287" y="1079500"/>
                  </a:lnTo>
                  <a:lnTo>
                    <a:pt x="800353" y="1041400"/>
                  </a:lnTo>
                  <a:lnTo>
                    <a:pt x="826046" y="990600"/>
                  </a:lnTo>
                  <a:lnTo>
                    <a:pt x="849452" y="952500"/>
                  </a:lnTo>
                  <a:lnTo>
                    <a:pt x="875842" y="914400"/>
                  </a:lnTo>
                  <a:lnTo>
                    <a:pt x="901217" y="876300"/>
                  </a:lnTo>
                  <a:lnTo>
                    <a:pt x="926909" y="825500"/>
                  </a:lnTo>
                  <a:lnTo>
                    <a:pt x="951534" y="787400"/>
                  </a:lnTo>
                  <a:lnTo>
                    <a:pt x="979258" y="749300"/>
                  </a:lnTo>
                  <a:lnTo>
                    <a:pt x="1005903" y="711200"/>
                  </a:lnTo>
                  <a:lnTo>
                    <a:pt x="1032865" y="673100"/>
                  </a:lnTo>
                  <a:lnTo>
                    <a:pt x="1060132" y="635000"/>
                  </a:lnTo>
                  <a:lnTo>
                    <a:pt x="1086243" y="596900"/>
                  </a:lnTo>
                  <a:lnTo>
                    <a:pt x="1114107" y="558800"/>
                  </a:lnTo>
                  <a:lnTo>
                    <a:pt x="1143800" y="520700"/>
                  </a:lnTo>
                  <a:lnTo>
                    <a:pt x="1172298" y="482600"/>
                  </a:lnTo>
                  <a:lnTo>
                    <a:pt x="1201089" y="444500"/>
                  </a:lnTo>
                  <a:lnTo>
                    <a:pt x="1230198" y="406400"/>
                  </a:lnTo>
                  <a:lnTo>
                    <a:pt x="1259598" y="368300"/>
                  </a:lnTo>
                  <a:lnTo>
                    <a:pt x="1287716" y="330200"/>
                  </a:lnTo>
                  <a:lnTo>
                    <a:pt x="1319288" y="292100"/>
                  </a:lnTo>
                  <a:lnTo>
                    <a:pt x="1349565" y="254000"/>
                  </a:lnTo>
                  <a:lnTo>
                    <a:pt x="1380147" y="215900"/>
                  </a:lnTo>
                  <a:lnTo>
                    <a:pt x="1411008" y="190500"/>
                  </a:lnTo>
                  <a:lnTo>
                    <a:pt x="1442173" y="152400"/>
                  </a:lnTo>
                  <a:lnTo>
                    <a:pt x="1473606" y="114300"/>
                  </a:lnTo>
                  <a:lnTo>
                    <a:pt x="1503641" y="76200"/>
                  </a:lnTo>
                  <a:lnTo>
                    <a:pt x="1535633" y="50800"/>
                  </a:lnTo>
                  <a:lnTo>
                    <a:pt x="1584490" y="0"/>
                  </a:lnTo>
                  <a:lnTo>
                    <a:pt x="1810511" y="203200"/>
                  </a:lnTo>
                  <a:lnTo>
                    <a:pt x="1810511" y="660400"/>
                  </a:lnTo>
                  <a:lnTo>
                    <a:pt x="1795703" y="685800"/>
                  </a:lnTo>
                  <a:lnTo>
                    <a:pt x="1797303" y="685800"/>
                  </a:lnTo>
                  <a:lnTo>
                    <a:pt x="1768906" y="723900"/>
                  </a:lnTo>
                  <a:lnTo>
                    <a:pt x="1770481" y="723900"/>
                  </a:lnTo>
                  <a:lnTo>
                    <a:pt x="1742376" y="749300"/>
                  </a:lnTo>
                  <a:lnTo>
                    <a:pt x="1743938" y="749300"/>
                  </a:lnTo>
                  <a:lnTo>
                    <a:pt x="1716112" y="787400"/>
                  </a:lnTo>
                  <a:lnTo>
                    <a:pt x="1717662" y="787400"/>
                  </a:lnTo>
                  <a:lnTo>
                    <a:pt x="1690115" y="825500"/>
                  </a:lnTo>
                  <a:lnTo>
                    <a:pt x="1691640" y="825500"/>
                  </a:lnTo>
                  <a:lnTo>
                    <a:pt x="1664385" y="850900"/>
                  </a:lnTo>
                  <a:lnTo>
                    <a:pt x="1665909" y="850900"/>
                  </a:lnTo>
                  <a:lnTo>
                    <a:pt x="1638922" y="889000"/>
                  </a:lnTo>
                  <a:lnTo>
                    <a:pt x="1640433" y="889000"/>
                  </a:lnTo>
                  <a:lnTo>
                    <a:pt x="1613738" y="927100"/>
                  </a:lnTo>
                  <a:lnTo>
                    <a:pt x="1615236" y="927100"/>
                  </a:lnTo>
                  <a:lnTo>
                    <a:pt x="1588833" y="952500"/>
                  </a:lnTo>
                  <a:lnTo>
                    <a:pt x="1590306" y="952500"/>
                  </a:lnTo>
                  <a:lnTo>
                    <a:pt x="1564195" y="990600"/>
                  </a:lnTo>
                  <a:lnTo>
                    <a:pt x="1565655" y="990600"/>
                  </a:lnTo>
                  <a:lnTo>
                    <a:pt x="1539836" y="1028700"/>
                  </a:lnTo>
                  <a:lnTo>
                    <a:pt x="1541284" y="1028700"/>
                  </a:lnTo>
                  <a:lnTo>
                    <a:pt x="1515757" y="1066800"/>
                  </a:lnTo>
                  <a:lnTo>
                    <a:pt x="1517180" y="1066800"/>
                  </a:lnTo>
                  <a:lnTo>
                    <a:pt x="1491957" y="1092200"/>
                  </a:lnTo>
                  <a:lnTo>
                    <a:pt x="1493367" y="1092200"/>
                  </a:lnTo>
                  <a:lnTo>
                    <a:pt x="1468450" y="1130300"/>
                  </a:lnTo>
                  <a:lnTo>
                    <a:pt x="1469847" y="1130300"/>
                  </a:lnTo>
                  <a:lnTo>
                    <a:pt x="1445221" y="1168400"/>
                  </a:lnTo>
                  <a:lnTo>
                    <a:pt x="1446593" y="1168400"/>
                  </a:lnTo>
                  <a:lnTo>
                    <a:pt x="1422273" y="1206500"/>
                  </a:lnTo>
                  <a:lnTo>
                    <a:pt x="1423631" y="1206500"/>
                  </a:lnTo>
                  <a:lnTo>
                    <a:pt x="1399616" y="1244600"/>
                  </a:lnTo>
                  <a:lnTo>
                    <a:pt x="1400962" y="1244600"/>
                  </a:lnTo>
                  <a:lnTo>
                    <a:pt x="1385155" y="1270000"/>
                  </a:lnTo>
                  <a:lnTo>
                    <a:pt x="1378572" y="1270000"/>
                  </a:lnTo>
                  <a:lnTo>
                    <a:pt x="1355166" y="1308100"/>
                  </a:lnTo>
                  <a:lnTo>
                    <a:pt x="1356474" y="1308100"/>
                  </a:lnTo>
                  <a:lnTo>
                    <a:pt x="1333373" y="1346200"/>
                  </a:lnTo>
                  <a:lnTo>
                    <a:pt x="1334668" y="1346200"/>
                  </a:lnTo>
                  <a:lnTo>
                    <a:pt x="1311884" y="1384300"/>
                  </a:lnTo>
                  <a:lnTo>
                    <a:pt x="1313167" y="1384300"/>
                  </a:lnTo>
                  <a:lnTo>
                    <a:pt x="1290688" y="1422400"/>
                  </a:lnTo>
                  <a:lnTo>
                    <a:pt x="1291945" y="1422400"/>
                  </a:lnTo>
                  <a:lnTo>
                    <a:pt x="1269784" y="1460500"/>
                  </a:lnTo>
                  <a:lnTo>
                    <a:pt x="1271028" y="1460500"/>
                  </a:lnTo>
                  <a:lnTo>
                    <a:pt x="1249184" y="1498600"/>
                  </a:lnTo>
                  <a:lnTo>
                    <a:pt x="1250403" y="1498600"/>
                  </a:lnTo>
                  <a:lnTo>
                    <a:pt x="1228877" y="1536700"/>
                  </a:lnTo>
                  <a:lnTo>
                    <a:pt x="1230083" y="1536700"/>
                  </a:lnTo>
                  <a:lnTo>
                    <a:pt x="1208874" y="1574800"/>
                  </a:lnTo>
                  <a:lnTo>
                    <a:pt x="1210055" y="1574800"/>
                  </a:lnTo>
                  <a:lnTo>
                    <a:pt x="1189177" y="1612900"/>
                  </a:lnTo>
                  <a:lnTo>
                    <a:pt x="1190345" y="1612900"/>
                  </a:lnTo>
                  <a:lnTo>
                    <a:pt x="1169784" y="1651000"/>
                  </a:lnTo>
                  <a:lnTo>
                    <a:pt x="1170927" y="1651000"/>
                  </a:lnTo>
                  <a:lnTo>
                    <a:pt x="1150696" y="1689100"/>
                  </a:lnTo>
                  <a:lnTo>
                    <a:pt x="1151826" y="1689100"/>
                  </a:lnTo>
                  <a:lnTo>
                    <a:pt x="1131912" y="1727200"/>
                  </a:lnTo>
                  <a:lnTo>
                    <a:pt x="1133030" y="1727200"/>
                  </a:lnTo>
                  <a:lnTo>
                    <a:pt x="1113447" y="1765300"/>
                  </a:lnTo>
                  <a:lnTo>
                    <a:pt x="1114539" y="1765300"/>
                  </a:lnTo>
                  <a:lnTo>
                    <a:pt x="1095286" y="1803400"/>
                  </a:lnTo>
                  <a:lnTo>
                    <a:pt x="1096365" y="1803400"/>
                  </a:lnTo>
                  <a:lnTo>
                    <a:pt x="1077429" y="1841500"/>
                  </a:lnTo>
                  <a:lnTo>
                    <a:pt x="1078496" y="1841500"/>
                  </a:lnTo>
                  <a:lnTo>
                    <a:pt x="1059903" y="1879600"/>
                  </a:lnTo>
                  <a:lnTo>
                    <a:pt x="1060945" y="1879600"/>
                  </a:lnTo>
                  <a:lnTo>
                    <a:pt x="1042682" y="1917700"/>
                  </a:lnTo>
                  <a:lnTo>
                    <a:pt x="1043711" y="1917700"/>
                  </a:lnTo>
                  <a:lnTo>
                    <a:pt x="1025778" y="1955800"/>
                  </a:lnTo>
                  <a:lnTo>
                    <a:pt x="1026794" y="1955800"/>
                  </a:lnTo>
                  <a:lnTo>
                    <a:pt x="1013602" y="1993900"/>
                  </a:lnTo>
                  <a:lnTo>
                    <a:pt x="1010196" y="1993900"/>
                  </a:lnTo>
                  <a:lnTo>
                    <a:pt x="992949" y="2044700"/>
                  </a:lnTo>
                  <a:lnTo>
                    <a:pt x="993914" y="2044700"/>
                  </a:lnTo>
                  <a:lnTo>
                    <a:pt x="977010" y="2082800"/>
                  </a:lnTo>
                  <a:lnTo>
                    <a:pt x="977950" y="2082800"/>
                  </a:lnTo>
                  <a:lnTo>
                    <a:pt x="961390" y="2120900"/>
                  </a:lnTo>
                  <a:lnTo>
                    <a:pt x="962317" y="2120900"/>
                  </a:lnTo>
                  <a:lnTo>
                    <a:pt x="946099" y="2159000"/>
                  </a:lnTo>
                  <a:lnTo>
                    <a:pt x="947013" y="2159000"/>
                  </a:lnTo>
                  <a:lnTo>
                    <a:pt x="931138" y="2197100"/>
                  </a:lnTo>
                  <a:lnTo>
                    <a:pt x="932027" y="2197100"/>
                  </a:lnTo>
                  <a:lnTo>
                    <a:pt x="920388" y="2235200"/>
                  </a:lnTo>
                  <a:lnTo>
                    <a:pt x="917371" y="2235200"/>
                  </a:lnTo>
                  <a:lnTo>
                    <a:pt x="902207" y="2286000"/>
                  </a:lnTo>
                  <a:lnTo>
                    <a:pt x="903058" y="2286000"/>
                  </a:lnTo>
                  <a:lnTo>
                    <a:pt x="888225" y="2324100"/>
                  </a:lnTo>
                  <a:lnTo>
                    <a:pt x="889063" y="2324100"/>
                  </a:lnTo>
                  <a:lnTo>
                    <a:pt x="874585" y="2362200"/>
                  </a:lnTo>
                  <a:lnTo>
                    <a:pt x="875398" y="2362200"/>
                  </a:lnTo>
                  <a:lnTo>
                    <a:pt x="864816" y="2400300"/>
                  </a:lnTo>
                  <a:lnTo>
                    <a:pt x="862075" y="2400300"/>
                  </a:lnTo>
                  <a:lnTo>
                    <a:pt x="848321" y="2451100"/>
                  </a:lnTo>
                  <a:lnTo>
                    <a:pt x="849083" y="2451100"/>
                  </a:lnTo>
                  <a:lnTo>
                    <a:pt x="835685" y="2489200"/>
                  </a:lnTo>
                  <a:lnTo>
                    <a:pt x="836434" y="2489200"/>
                  </a:lnTo>
                  <a:lnTo>
                    <a:pt x="823404" y="2527300"/>
                  </a:lnTo>
                  <a:lnTo>
                    <a:pt x="824128" y="2527300"/>
                  </a:lnTo>
                  <a:lnTo>
                    <a:pt x="814622" y="2565400"/>
                  </a:lnTo>
                  <a:lnTo>
                    <a:pt x="812152" y="2565400"/>
                  </a:lnTo>
                  <a:lnTo>
                    <a:pt x="799846" y="2616200"/>
                  </a:lnTo>
                  <a:lnTo>
                    <a:pt x="800531" y="2616200"/>
                  </a:lnTo>
                  <a:lnTo>
                    <a:pt x="788581" y="2654300"/>
                  </a:lnTo>
                  <a:lnTo>
                    <a:pt x="789241" y="2654300"/>
                  </a:lnTo>
                  <a:lnTo>
                    <a:pt x="780554" y="2692400"/>
                  </a:lnTo>
                  <a:lnTo>
                    <a:pt x="778306" y="2692400"/>
                  </a:lnTo>
                  <a:lnTo>
                    <a:pt x="767092" y="2743200"/>
                  </a:lnTo>
                  <a:lnTo>
                    <a:pt x="767715" y="2743200"/>
                  </a:lnTo>
                  <a:lnTo>
                    <a:pt x="756869" y="2781300"/>
                  </a:lnTo>
                  <a:lnTo>
                    <a:pt x="757478" y="2781300"/>
                  </a:lnTo>
                  <a:lnTo>
                    <a:pt x="749620" y="2819400"/>
                  </a:lnTo>
                  <a:lnTo>
                    <a:pt x="747585" y="2819400"/>
                  </a:lnTo>
                  <a:lnTo>
                    <a:pt x="737488" y="2870200"/>
                  </a:lnTo>
                  <a:lnTo>
                    <a:pt x="738047" y="2870200"/>
                  </a:lnTo>
                  <a:lnTo>
                    <a:pt x="728319" y="2908300"/>
                  </a:lnTo>
                  <a:lnTo>
                    <a:pt x="728865" y="2908300"/>
                  </a:lnTo>
                  <a:lnTo>
                    <a:pt x="719518" y="2959100"/>
                  </a:lnTo>
                  <a:lnTo>
                    <a:pt x="720026" y="2959100"/>
                  </a:lnTo>
                  <a:lnTo>
                    <a:pt x="711060" y="2997200"/>
                  </a:lnTo>
                  <a:lnTo>
                    <a:pt x="711555" y="2997200"/>
                  </a:lnTo>
                  <a:lnTo>
                    <a:pt x="705116" y="3035300"/>
                  </a:lnTo>
                  <a:lnTo>
                    <a:pt x="703440" y="3035300"/>
                  </a:lnTo>
                  <a:lnTo>
                    <a:pt x="695236" y="3086100"/>
                  </a:lnTo>
                  <a:lnTo>
                    <a:pt x="695693" y="3086100"/>
                  </a:lnTo>
                  <a:lnTo>
                    <a:pt x="687870" y="3124200"/>
                  </a:lnTo>
                  <a:lnTo>
                    <a:pt x="688301" y="3124200"/>
                  </a:lnTo>
                  <a:lnTo>
                    <a:pt x="680859" y="3175000"/>
                  </a:lnTo>
                  <a:lnTo>
                    <a:pt x="681266" y="3175000"/>
                  </a:lnTo>
                  <a:lnTo>
                    <a:pt x="674217" y="3213100"/>
                  </a:lnTo>
                  <a:lnTo>
                    <a:pt x="674598" y="3213100"/>
                  </a:lnTo>
                  <a:lnTo>
                    <a:pt x="667943" y="3263900"/>
                  </a:lnTo>
                  <a:lnTo>
                    <a:pt x="668312" y="3263900"/>
                  </a:lnTo>
                  <a:lnTo>
                    <a:pt x="662038" y="3302000"/>
                  </a:lnTo>
                  <a:lnTo>
                    <a:pt x="662381" y="3302000"/>
                  </a:lnTo>
                  <a:lnTo>
                    <a:pt x="656501" y="3352800"/>
                  </a:lnTo>
                  <a:lnTo>
                    <a:pt x="656818" y="3352800"/>
                  </a:lnTo>
                  <a:lnTo>
                    <a:pt x="651332" y="3390900"/>
                  </a:lnTo>
                  <a:lnTo>
                    <a:pt x="651636" y="3390900"/>
                  </a:lnTo>
                  <a:lnTo>
                    <a:pt x="646544" y="3441700"/>
                  </a:lnTo>
                  <a:lnTo>
                    <a:pt x="646810" y="3441700"/>
                  </a:lnTo>
                  <a:lnTo>
                    <a:pt x="642124" y="3479800"/>
                  </a:lnTo>
                  <a:lnTo>
                    <a:pt x="642378" y="3479800"/>
                  </a:lnTo>
                  <a:lnTo>
                    <a:pt x="638086" y="3530600"/>
                  </a:lnTo>
                  <a:lnTo>
                    <a:pt x="638314" y="3530600"/>
                  </a:lnTo>
                  <a:lnTo>
                    <a:pt x="634415" y="3568700"/>
                  </a:lnTo>
                  <a:lnTo>
                    <a:pt x="634631" y="3568700"/>
                  </a:lnTo>
                  <a:lnTo>
                    <a:pt x="631139" y="3619500"/>
                  </a:lnTo>
                  <a:lnTo>
                    <a:pt x="631317" y="3619500"/>
                  </a:lnTo>
                  <a:lnTo>
                    <a:pt x="628230" y="3657600"/>
                  </a:lnTo>
                  <a:lnTo>
                    <a:pt x="628396" y="3657600"/>
                  </a:lnTo>
                  <a:lnTo>
                    <a:pt x="625716" y="3708400"/>
                  </a:lnTo>
                  <a:lnTo>
                    <a:pt x="625855" y="3708400"/>
                  </a:lnTo>
                  <a:lnTo>
                    <a:pt x="624151" y="3746500"/>
                  </a:lnTo>
                  <a:lnTo>
                    <a:pt x="623696" y="3746500"/>
                  </a:lnTo>
                  <a:lnTo>
                    <a:pt x="621919" y="3797300"/>
                  </a:lnTo>
                  <a:lnTo>
                    <a:pt x="620833" y="3835400"/>
                  </a:lnTo>
                  <a:lnTo>
                    <a:pt x="620547" y="3835400"/>
                  </a:lnTo>
                  <a:lnTo>
                    <a:pt x="619544" y="3886200"/>
                  </a:lnTo>
                  <a:lnTo>
                    <a:pt x="618947" y="3937000"/>
                  </a:lnTo>
                  <a:lnTo>
                    <a:pt x="618744" y="3975100"/>
                  </a:lnTo>
                  <a:lnTo>
                    <a:pt x="618921" y="4025900"/>
                  </a:lnTo>
                  <a:lnTo>
                    <a:pt x="619394" y="4058911"/>
                  </a:lnTo>
                  <a:lnTo>
                    <a:pt x="619507" y="4066825"/>
                  </a:lnTo>
                  <a:lnTo>
                    <a:pt x="619544" y="4076700"/>
                  </a:lnTo>
                  <a:lnTo>
                    <a:pt x="619747" y="4076700"/>
                  </a:lnTo>
                  <a:lnTo>
                    <a:pt x="620471" y="4114800"/>
                  </a:lnTo>
                  <a:lnTo>
                    <a:pt x="621830" y="4165600"/>
                  </a:lnTo>
                  <a:lnTo>
                    <a:pt x="623582" y="4203700"/>
                  </a:lnTo>
                  <a:lnTo>
                    <a:pt x="625855" y="4254500"/>
                  </a:lnTo>
                  <a:lnTo>
                    <a:pt x="625716" y="4254500"/>
                  </a:lnTo>
                  <a:lnTo>
                    <a:pt x="628396" y="4305300"/>
                  </a:lnTo>
                  <a:lnTo>
                    <a:pt x="629002" y="4305300"/>
                  </a:lnTo>
                  <a:lnTo>
                    <a:pt x="631317" y="4343400"/>
                  </a:lnTo>
                  <a:lnTo>
                    <a:pt x="631139" y="4343400"/>
                  </a:lnTo>
                  <a:lnTo>
                    <a:pt x="634631" y="4394200"/>
                  </a:lnTo>
                  <a:lnTo>
                    <a:pt x="635390" y="4394200"/>
                  </a:lnTo>
                  <a:lnTo>
                    <a:pt x="638314" y="4432300"/>
                  </a:lnTo>
                  <a:lnTo>
                    <a:pt x="638086" y="4432300"/>
                  </a:lnTo>
                  <a:lnTo>
                    <a:pt x="642378" y="4483100"/>
                  </a:lnTo>
                  <a:lnTo>
                    <a:pt x="643296" y="4483100"/>
                  </a:lnTo>
                  <a:lnTo>
                    <a:pt x="646810" y="4521200"/>
                  </a:lnTo>
                  <a:lnTo>
                    <a:pt x="646544" y="4521200"/>
                  </a:lnTo>
                  <a:lnTo>
                    <a:pt x="651636" y="4572000"/>
                  </a:lnTo>
                  <a:lnTo>
                    <a:pt x="652703" y="4572000"/>
                  </a:lnTo>
                  <a:lnTo>
                    <a:pt x="656818" y="4610100"/>
                  </a:lnTo>
                  <a:lnTo>
                    <a:pt x="656501" y="4610100"/>
                  </a:lnTo>
                  <a:lnTo>
                    <a:pt x="662381" y="4660900"/>
                  </a:lnTo>
                  <a:lnTo>
                    <a:pt x="663606" y="4660900"/>
                  </a:lnTo>
                  <a:lnTo>
                    <a:pt x="668312" y="4699000"/>
                  </a:lnTo>
                  <a:lnTo>
                    <a:pt x="667943" y="4699000"/>
                  </a:lnTo>
                  <a:lnTo>
                    <a:pt x="674598" y="4749800"/>
                  </a:lnTo>
                  <a:lnTo>
                    <a:pt x="675979" y="4749800"/>
                  </a:lnTo>
                  <a:lnTo>
                    <a:pt x="681266" y="4787900"/>
                  </a:lnTo>
                  <a:lnTo>
                    <a:pt x="680859" y="4787900"/>
                  </a:lnTo>
                  <a:lnTo>
                    <a:pt x="688301" y="4826000"/>
                  </a:lnTo>
                  <a:lnTo>
                    <a:pt x="687870" y="4826000"/>
                  </a:lnTo>
                  <a:lnTo>
                    <a:pt x="695693" y="4876800"/>
                  </a:lnTo>
                  <a:lnTo>
                    <a:pt x="695236" y="4876800"/>
                  </a:lnTo>
                  <a:lnTo>
                    <a:pt x="703440" y="4914900"/>
                  </a:lnTo>
                  <a:lnTo>
                    <a:pt x="702970" y="4914900"/>
                  </a:lnTo>
                  <a:lnTo>
                    <a:pt x="711555" y="4965700"/>
                  </a:lnTo>
                  <a:lnTo>
                    <a:pt x="711060" y="4965700"/>
                  </a:lnTo>
                  <a:lnTo>
                    <a:pt x="720026" y="5003800"/>
                  </a:lnTo>
                  <a:lnTo>
                    <a:pt x="719518" y="5003800"/>
                  </a:lnTo>
                  <a:lnTo>
                    <a:pt x="728865" y="5054600"/>
                  </a:lnTo>
                  <a:lnTo>
                    <a:pt x="730751" y="5054600"/>
                  </a:lnTo>
                  <a:lnTo>
                    <a:pt x="738047" y="5092700"/>
                  </a:lnTo>
                  <a:lnTo>
                    <a:pt x="737488" y="5092700"/>
                  </a:lnTo>
                  <a:lnTo>
                    <a:pt x="747585" y="5130800"/>
                  </a:lnTo>
                  <a:lnTo>
                    <a:pt x="747001" y="5130800"/>
                  </a:lnTo>
                  <a:lnTo>
                    <a:pt x="757478" y="5181600"/>
                  </a:lnTo>
                  <a:lnTo>
                    <a:pt x="759580" y="5181600"/>
                  </a:lnTo>
                  <a:lnTo>
                    <a:pt x="767715" y="5219700"/>
                  </a:lnTo>
                  <a:lnTo>
                    <a:pt x="767092" y="5219700"/>
                  </a:lnTo>
                  <a:lnTo>
                    <a:pt x="778306" y="5257800"/>
                  </a:lnTo>
                  <a:lnTo>
                    <a:pt x="777659" y="5257800"/>
                  </a:lnTo>
                  <a:lnTo>
                    <a:pt x="789241" y="5308600"/>
                  </a:lnTo>
                  <a:lnTo>
                    <a:pt x="791568" y="5308600"/>
                  </a:lnTo>
                  <a:lnTo>
                    <a:pt x="800531" y="5346700"/>
                  </a:lnTo>
                  <a:lnTo>
                    <a:pt x="799846" y="5346700"/>
                  </a:lnTo>
                  <a:lnTo>
                    <a:pt x="812152" y="5384800"/>
                  </a:lnTo>
                  <a:lnTo>
                    <a:pt x="811453" y="5384800"/>
                  </a:lnTo>
                  <a:lnTo>
                    <a:pt x="824128" y="5435600"/>
                  </a:lnTo>
                  <a:lnTo>
                    <a:pt x="826662" y="5435600"/>
                  </a:lnTo>
                  <a:lnTo>
                    <a:pt x="836434" y="5473700"/>
                  </a:lnTo>
                  <a:lnTo>
                    <a:pt x="835685" y="5473700"/>
                  </a:lnTo>
                  <a:lnTo>
                    <a:pt x="849083" y="5511800"/>
                  </a:lnTo>
                  <a:lnTo>
                    <a:pt x="848321" y="5511800"/>
                  </a:lnTo>
                  <a:lnTo>
                    <a:pt x="862075" y="5549900"/>
                  </a:lnTo>
                  <a:lnTo>
                    <a:pt x="861288" y="5549900"/>
                  </a:lnTo>
                  <a:lnTo>
                    <a:pt x="875398" y="5600700"/>
                  </a:lnTo>
                  <a:lnTo>
                    <a:pt x="878205" y="5600700"/>
                  </a:lnTo>
                  <a:lnTo>
                    <a:pt x="889063" y="5638800"/>
                  </a:lnTo>
                  <a:lnTo>
                    <a:pt x="888225" y="5638800"/>
                  </a:lnTo>
                  <a:lnTo>
                    <a:pt x="903058" y="5676900"/>
                  </a:lnTo>
                  <a:lnTo>
                    <a:pt x="902207" y="5676900"/>
                  </a:lnTo>
                  <a:lnTo>
                    <a:pt x="917371" y="5715000"/>
                  </a:lnTo>
                  <a:lnTo>
                    <a:pt x="916508" y="5715000"/>
                  </a:lnTo>
                  <a:lnTo>
                    <a:pt x="932027" y="5765800"/>
                  </a:lnTo>
                  <a:lnTo>
                    <a:pt x="935107" y="5765800"/>
                  </a:lnTo>
                  <a:lnTo>
                    <a:pt x="947013" y="5803900"/>
                  </a:lnTo>
                  <a:lnTo>
                    <a:pt x="946099" y="5803900"/>
                  </a:lnTo>
                  <a:lnTo>
                    <a:pt x="962317" y="5842000"/>
                  </a:lnTo>
                  <a:lnTo>
                    <a:pt x="961390" y="5842000"/>
                  </a:lnTo>
                  <a:lnTo>
                    <a:pt x="977950" y="5880100"/>
                  </a:lnTo>
                  <a:lnTo>
                    <a:pt x="977010" y="5880100"/>
                  </a:lnTo>
                  <a:lnTo>
                    <a:pt x="993914" y="5918200"/>
                  </a:lnTo>
                  <a:lnTo>
                    <a:pt x="992949" y="5918200"/>
                  </a:lnTo>
                  <a:lnTo>
                    <a:pt x="1010196" y="5956300"/>
                  </a:lnTo>
                  <a:lnTo>
                    <a:pt x="1009205" y="5956300"/>
                  </a:lnTo>
                  <a:lnTo>
                    <a:pt x="1026794" y="5994400"/>
                  </a:lnTo>
                  <a:lnTo>
                    <a:pt x="1025778" y="5994400"/>
                  </a:lnTo>
                  <a:lnTo>
                    <a:pt x="1043711" y="6045200"/>
                  </a:lnTo>
                  <a:lnTo>
                    <a:pt x="1047248" y="6045200"/>
                  </a:lnTo>
                  <a:lnTo>
                    <a:pt x="1060945" y="6083300"/>
                  </a:lnTo>
                  <a:lnTo>
                    <a:pt x="1064552" y="6083300"/>
                  </a:lnTo>
                  <a:lnTo>
                    <a:pt x="1078496" y="6121400"/>
                  </a:lnTo>
                  <a:lnTo>
                    <a:pt x="1077429" y="6121400"/>
                  </a:lnTo>
                  <a:lnTo>
                    <a:pt x="1096365" y="6159500"/>
                  </a:lnTo>
                  <a:lnTo>
                    <a:pt x="1095286" y="6159500"/>
                  </a:lnTo>
                  <a:lnTo>
                    <a:pt x="1114539" y="6197600"/>
                  </a:lnTo>
                  <a:lnTo>
                    <a:pt x="1113447" y="6197600"/>
                  </a:lnTo>
                  <a:lnTo>
                    <a:pt x="1133030" y="6235700"/>
                  </a:lnTo>
                  <a:lnTo>
                    <a:pt x="1131912" y="6235700"/>
                  </a:lnTo>
                  <a:lnTo>
                    <a:pt x="1151826" y="6273800"/>
                  </a:lnTo>
                  <a:lnTo>
                    <a:pt x="1150696" y="6273800"/>
                  </a:lnTo>
                  <a:lnTo>
                    <a:pt x="1170927" y="6311900"/>
                  </a:lnTo>
                  <a:lnTo>
                    <a:pt x="1169784" y="6311900"/>
                  </a:lnTo>
                  <a:lnTo>
                    <a:pt x="1190345" y="6350000"/>
                  </a:lnTo>
                  <a:lnTo>
                    <a:pt x="1189177" y="6350000"/>
                  </a:lnTo>
                  <a:lnTo>
                    <a:pt x="1210055" y="6388100"/>
                  </a:lnTo>
                  <a:lnTo>
                    <a:pt x="1208874" y="6388100"/>
                  </a:lnTo>
                  <a:lnTo>
                    <a:pt x="1230083" y="6426200"/>
                  </a:lnTo>
                  <a:lnTo>
                    <a:pt x="1228877" y="6426200"/>
                  </a:lnTo>
                  <a:lnTo>
                    <a:pt x="1250403" y="6464300"/>
                  </a:lnTo>
                  <a:lnTo>
                    <a:pt x="1249184" y="6464300"/>
                  </a:lnTo>
                  <a:lnTo>
                    <a:pt x="1271028" y="6502400"/>
                  </a:lnTo>
                  <a:lnTo>
                    <a:pt x="1269784" y="6502400"/>
                  </a:lnTo>
                  <a:lnTo>
                    <a:pt x="1291945" y="6540500"/>
                  </a:lnTo>
                  <a:lnTo>
                    <a:pt x="1290688" y="6540500"/>
                  </a:lnTo>
                  <a:lnTo>
                    <a:pt x="1313154" y="6578600"/>
                  </a:lnTo>
                  <a:lnTo>
                    <a:pt x="1317580" y="6578600"/>
                  </a:lnTo>
                  <a:lnTo>
                    <a:pt x="1334668" y="6616700"/>
                  </a:lnTo>
                  <a:lnTo>
                    <a:pt x="1341073" y="6616700"/>
                  </a:lnTo>
                  <a:lnTo>
                    <a:pt x="1356474" y="6642100"/>
                  </a:lnTo>
                  <a:lnTo>
                    <a:pt x="1355166" y="6642100"/>
                  </a:lnTo>
                  <a:lnTo>
                    <a:pt x="1378572" y="6680200"/>
                  </a:lnTo>
                  <a:lnTo>
                    <a:pt x="1377238" y="6680200"/>
                  </a:lnTo>
                  <a:lnTo>
                    <a:pt x="1400949" y="6718300"/>
                  </a:lnTo>
                  <a:lnTo>
                    <a:pt x="1399616" y="6718300"/>
                  </a:lnTo>
                  <a:lnTo>
                    <a:pt x="1423631" y="6756400"/>
                  </a:lnTo>
                  <a:lnTo>
                    <a:pt x="1422273" y="6756400"/>
                  </a:lnTo>
                  <a:lnTo>
                    <a:pt x="1446593" y="6794500"/>
                  </a:lnTo>
                  <a:lnTo>
                    <a:pt x="1445221" y="6794500"/>
                  </a:lnTo>
                  <a:lnTo>
                    <a:pt x="1469847" y="6832600"/>
                  </a:lnTo>
                  <a:lnTo>
                    <a:pt x="1476755" y="6832600"/>
                  </a:lnTo>
                  <a:lnTo>
                    <a:pt x="1493367" y="6858000"/>
                  </a:lnTo>
                  <a:lnTo>
                    <a:pt x="1491970" y="6858000"/>
                  </a:lnTo>
                  <a:lnTo>
                    <a:pt x="1517192" y="6896100"/>
                  </a:lnTo>
                  <a:lnTo>
                    <a:pt x="1515757" y="6896100"/>
                  </a:lnTo>
                  <a:lnTo>
                    <a:pt x="1541284" y="6934200"/>
                  </a:lnTo>
                  <a:lnTo>
                    <a:pt x="1539836" y="6934200"/>
                  </a:lnTo>
                  <a:lnTo>
                    <a:pt x="1565655" y="6972300"/>
                  </a:lnTo>
                  <a:lnTo>
                    <a:pt x="1564195" y="6972300"/>
                  </a:lnTo>
                  <a:lnTo>
                    <a:pt x="1590306" y="6997700"/>
                  </a:lnTo>
                  <a:lnTo>
                    <a:pt x="1588833" y="6997700"/>
                  </a:lnTo>
                  <a:lnTo>
                    <a:pt x="1615224" y="7035800"/>
                  </a:lnTo>
                  <a:lnTo>
                    <a:pt x="1613738" y="7035800"/>
                  </a:lnTo>
                  <a:lnTo>
                    <a:pt x="1640433" y="7073900"/>
                  </a:lnTo>
                  <a:lnTo>
                    <a:pt x="1638934" y="7073900"/>
                  </a:lnTo>
                  <a:lnTo>
                    <a:pt x="1665909" y="7112000"/>
                  </a:lnTo>
                  <a:lnTo>
                    <a:pt x="1673470" y="7112000"/>
                  </a:lnTo>
                  <a:lnTo>
                    <a:pt x="1691640" y="7137400"/>
                  </a:lnTo>
                  <a:lnTo>
                    <a:pt x="1690115" y="7137400"/>
                  </a:lnTo>
                  <a:lnTo>
                    <a:pt x="1717662" y="7175500"/>
                  </a:lnTo>
                  <a:lnTo>
                    <a:pt x="1716100" y="7175500"/>
                  </a:lnTo>
                  <a:lnTo>
                    <a:pt x="1743938" y="7200900"/>
                  </a:lnTo>
                  <a:lnTo>
                    <a:pt x="1742376" y="7200900"/>
                  </a:lnTo>
                  <a:lnTo>
                    <a:pt x="1770494" y="7239000"/>
                  </a:lnTo>
                  <a:lnTo>
                    <a:pt x="1768906" y="7239000"/>
                  </a:lnTo>
                  <a:lnTo>
                    <a:pt x="1797303" y="7277100"/>
                  </a:lnTo>
                  <a:lnTo>
                    <a:pt x="1810511" y="7277100"/>
                  </a:lnTo>
                  <a:lnTo>
                    <a:pt x="1810511" y="7747000"/>
                  </a:lnTo>
                  <a:lnTo>
                    <a:pt x="1585633" y="7962900"/>
                  </a:lnTo>
                  <a:close/>
                </a:path>
                <a:path w="1811019" h="7962900">
                  <a:moveTo>
                    <a:pt x="1377251" y="1282700"/>
                  </a:moveTo>
                  <a:lnTo>
                    <a:pt x="1378572" y="1270000"/>
                  </a:lnTo>
                  <a:lnTo>
                    <a:pt x="1385155" y="1270000"/>
                  </a:lnTo>
                  <a:lnTo>
                    <a:pt x="1377251" y="1282700"/>
                  </a:lnTo>
                  <a:close/>
                </a:path>
                <a:path w="1811019" h="7962900">
                  <a:moveTo>
                    <a:pt x="1009205" y="2006600"/>
                  </a:moveTo>
                  <a:lnTo>
                    <a:pt x="1010196" y="1993900"/>
                  </a:lnTo>
                  <a:lnTo>
                    <a:pt x="1013602" y="1993900"/>
                  </a:lnTo>
                  <a:lnTo>
                    <a:pt x="1009205" y="2006600"/>
                  </a:lnTo>
                  <a:close/>
                </a:path>
                <a:path w="1811019" h="7962900">
                  <a:moveTo>
                    <a:pt x="916508" y="2247900"/>
                  </a:moveTo>
                  <a:lnTo>
                    <a:pt x="917371" y="2235200"/>
                  </a:lnTo>
                  <a:lnTo>
                    <a:pt x="920388" y="2235200"/>
                  </a:lnTo>
                  <a:lnTo>
                    <a:pt x="916508" y="2247900"/>
                  </a:lnTo>
                  <a:close/>
                </a:path>
                <a:path w="1811019" h="7962900">
                  <a:moveTo>
                    <a:pt x="861288" y="2413000"/>
                  </a:moveTo>
                  <a:lnTo>
                    <a:pt x="862075" y="2400300"/>
                  </a:lnTo>
                  <a:lnTo>
                    <a:pt x="864816" y="2400300"/>
                  </a:lnTo>
                  <a:lnTo>
                    <a:pt x="861288" y="2413000"/>
                  </a:lnTo>
                  <a:close/>
                </a:path>
                <a:path w="1811019" h="7962900">
                  <a:moveTo>
                    <a:pt x="811453" y="2578100"/>
                  </a:moveTo>
                  <a:lnTo>
                    <a:pt x="812152" y="2565400"/>
                  </a:lnTo>
                  <a:lnTo>
                    <a:pt x="814622" y="2565400"/>
                  </a:lnTo>
                  <a:lnTo>
                    <a:pt x="811453" y="2578100"/>
                  </a:lnTo>
                  <a:close/>
                </a:path>
                <a:path w="1811019" h="7962900">
                  <a:moveTo>
                    <a:pt x="777659" y="2705100"/>
                  </a:moveTo>
                  <a:lnTo>
                    <a:pt x="778306" y="2692400"/>
                  </a:lnTo>
                  <a:lnTo>
                    <a:pt x="780554" y="2692400"/>
                  </a:lnTo>
                  <a:lnTo>
                    <a:pt x="777659" y="2705100"/>
                  </a:lnTo>
                  <a:close/>
                </a:path>
                <a:path w="1811019" h="7962900">
                  <a:moveTo>
                    <a:pt x="747001" y="2832100"/>
                  </a:moveTo>
                  <a:lnTo>
                    <a:pt x="747585" y="2819400"/>
                  </a:lnTo>
                  <a:lnTo>
                    <a:pt x="749620" y="2819400"/>
                  </a:lnTo>
                  <a:lnTo>
                    <a:pt x="747001" y="2832100"/>
                  </a:lnTo>
                  <a:close/>
                </a:path>
                <a:path w="1811019" h="7962900">
                  <a:moveTo>
                    <a:pt x="702970" y="3048000"/>
                  </a:moveTo>
                  <a:lnTo>
                    <a:pt x="703440" y="3035300"/>
                  </a:lnTo>
                  <a:lnTo>
                    <a:pt x="705116" y="3035300"/>
                  </a:lnTo>
                  <a:lnTo>
                    <a:pt x="702970" y="3048000"/>
                  </a:lnTo>
                  <a:close/>
                </a:path>
                <a:path w="1811019" h="7962900">
                  <a:moveTo>
                    <a:pt x="623582" y="3759200"/>
                  </a:moveTo>
                  <a:lnTo>
                    <a:pt x="623696" y="3746500"/>
                  </a:lnTo>
                  <a:lnTo>
                    <a:pt x="624151" y="3746500"/>
                  </a:lnTo>
                  <a:lnTo>
                    <a:pt x="623582" y="3759200"/>
                  </a:lnTo>
                  <a:close/>
                </a:path>
                <a:path w="1811019" h="7962900">
                  <a:moveTo>
                    <a:pt x="620471" y="3848100"/>
                  </a:moveTo>
                  <a:lnTo>
                    <a:pt x="620547" y="3835400"/>
                  </a:lnTo>
                  <a:lnTo>
                    <a:pt x="620833" y="3835400"/>
                  </a:lnTo>
                  <a:lnTo>
                    <a:pt x="620471" y="3848100"/>
                  </a:lnTo>
                  <a:close/>
                </a:path>
                <a:path w="1811019" h="7962900">
                  <a:moveTo>
                    <a:pt x="619747" y="4076700"/>
                  </a:moveTo>
                  <a:lnTo>
                    <a:pt x="619544" y="4076700"/>
                  </a:lnTo>
                  <a:lnTo>
                    <a:pt x="619531" y="4068531"/>
                  </a:lnTo>
                  <a:lnTo>
                    <a:pt x="619747" y="4076700"/>
                  </a:lnTo>
                  <a:close/>
                </a:path>
                <a:path w="1811019" h="7962900">
                  <a:moveTo>
                    <a:pt x="629002" y="4305300"/>
                  </a:moveTo>
                  <a:lnTo>
                    <a:pt x="628396" y="4305300"/>
                  </a:lnTo>
                  <a:lnTo>
                    <a:pt x="628230" y="4292600"/>
                  </a:lnTo>
                  <a:lnTo>
                    <a:pt x="629002" y="4305300"/>
                  </a:lnTo>
                  <a:close/>
                </a:path>
                <a:path w="1811019" h="7962900">
                  <a:moveTo>
                    <a:pt x="635390" y="4394200"/>
                  </a:moveTo>
                  <a:lnTo>
                    <a:pt x="634631" y="4394200"/>
                  </a:lnTo>
                  <a:lnTo>
                    <a:pt x="634415" y="4381500"/>
                  </a:lnTo>
                  <a:lnTo>
                    <a:pt x="635390" y="4394200"/>
                  </a:lnTo>
                  <a:close/>
                </a:path>
                <a:path w="1811019" h="7962900">
                  <a:moveTo>
                    <a:pt x="643296" y="4483100"/>
                  </a:moveTo>
                  <a:lnTo>
                    <a:pt x="642378" y="4483100"/>
                  </a:lnTo>
                  <a:lnTo>
                    <a:pt x="642124" y="4470400"/>
                  </a:lnTo>
                  <a:lnTo>
                    <a:pt x="643296" y="4483100"/>
                  </a:lnTo>
                  <a:close/>
                </a:path>
                <a:path w="1811019" h="7962900">
                  <a:moveTo>
                    <a:pt x="652703" y="4572000"/>
                  </a:moveTo>
                  <a:lnTo>
                    <a:pt x="651636" y="4572000"/>
                  </a:lnTo>
                  <a:lnTo>
                    <a:pt x="651332" y="4559300"/>
                  </a:lnTo>
                  <a:lnTo>
                    <a:pt x="652703" y="4572000"/>
                  </a:lnTo>
                  <a:close/>
                </a:path>
                <a:path w="1811019" h="7962900">
                  <a:moveTo>
                    <a:pt x="663606" y="4660900"/>
                  </a:moveTo>
                  <a:lnTo>
                    <a:pt x="662381" y="4660900"/>
                  </a:lnTo>
                  <a:lnTo>
                    <a:pt x="662038" y="4648200"/>
                  </a:lnTo>
                  <a:lnTo>
                    <a:pt x="663606" y="4660900"/>
                  </a:lnTo>
                  <a:close/>
                </a:path>
                <a:path w="1811019" h="7962900">
                  <a:moveTo>
                    <a:pt x="675979" y="4749800"/>
                  </a:moveTo>
                  <a:lnTo>
                    <a:pt x="674598" y="4749800"/>
                  </a:lnTo>
                  <a:lnTo>
                    <a:pt x="674217" y="4737100"/>
                  </a:lnTo>
                  <a:lnTo>
                    <a:pt x="675979" y="4749800"/>
                  </a:lnTo>
                  <a:close/>
                </a:path>
                <a:path w="1811019" h="7962900">
                  <a:moveTo>
                    <a:pt x="730751" y="5054600"/>
                  </a:moveTo>
                  <a:lnTo>
                    <a:pt x="728865" y="5054600"/>
                  </a:lnTo>
                  <a:lnTo>
                    <a:pt x="728319" y="5041900"/>
                  </a:lnTo>
                  <a:lnTo>
                    <a:pt x="730751" y="5054600"/>
                  </a:lnTo>
                  <a:close/>
                </a:path>
                <a:path w="1811019" h="7962900">
                  <a:moveTo>
                    <a:pt x="759580" y="5181600"/>
                  </a:moveTo>
                  <a:lnTo>
                    <a:pt x="757478" y="5181600"/>
                  </a:lnTo>
                  <a:lnTo>
                    <a:pt x="756869" y="5168900"/>
                  </a:lnTo>
                  <a:lnTo>
                    <a:pt x="759580" y="5181600"/>
                  </a:lnTo>
                  <a:close/>
                </a:path>
                <a:path w="1811019" h="7962900">
                  <a:moveTo>
                    <a:pt x="791568" y="5308600"/>
                  </a:moveTo>
                  <a:lnTo>
                    <a:pt x="789241" y="5308600"/>
                  </a:lnTo>
                  <a:lnTo>
                    <a:pt x="788581" y="5295900"/>
                  </a:lnTo>
                  <a:lnTo>
                    <a:pt x="791568" y="5308600"/>
                  </a:lnTo>
                  <a:close/>
                </a:path>
                <a:path w="1811019" h="7962900">
                  <a:moveTo>
                    <a:pt x="826662" y="5435600"/>
                  </a:moveTo>
                  <a:lnTo>
                    <a:pt x="824128" y="5435600"/>
                  </a:lnTo>
                  <a:lnTo>
                    <a:pt x="823404" y="5422900"/>
                  </a:lnTo>
                  <a:lnTo>
                    <a:pt x="826662" y="5435600"/>
                  </a:lnTo>
                  <a:close/>
                </a:path>
                <a:path w="1811019" h="7962900">
                  <a:moveTo>
                    <a:pt x="878205" y="5600700"/>
                  </a:moveTo>
                  <a:lnTo>
                    <a:pt x="875398" y="5600700"/>
                  </a:lnTo>
                  <a:lnTo>
                    <a:pt x="874585" y="5588000"/>
                  </a:lnTo>
                  <a:lnTo>
                    <a:pt x="878205" y="5600700"/>
                  </a:lnTo>
                  <a:close/>
                </a:path>
                <a:path w="1811019" h="7962900">
                  <a:moveTo>
                    <a:pt x="935107" y="5765800"/>
                  </a:moveTo>
                  <a:lnTo>
                    <a:pt x="932027" y="5765800"/>
                  </a:lnTo>
                  <a:lnTo>
                    <a:pt x="931138" y="5753100"/>
                  </a:lnTo>
                  <a:lnTo>
                    <a:pt x="935107" y="5765800"/>
                  </a:lnTo>
                  <a:close/>
                </a:path>
                <a:path w="1811019" h="7962900">
                  <a:moveTo>
                    <a:pt x="1047248" y="6045200"/>
                  </a:moveTo>
                  <a:lnTo>
                    <a:pt x="1043711" y="6045200"/>
                  </a:lnTo>
                  <a:lnTo>
                    <a:pt x="1042682" y="6032500"/>
                  </a:lnTo>
                  <a:lnTo>
                    <a:pt x="1047248" y="6045200"/>
                  </a:lnTo>
                  <a:close/>
                </a:path>
                <a:path w="1811019" h="7962900">
                  <a:moveTo>
                    <a:pt x="1064552" y="6083300"/>
                  </a:moveTo>
                  <a:lnTo>
                    <a:pt x="1060945" y="6083300"/>
                  </a:lnTo>
                  <a:lnTo>
                    <a:pt x="1059903" y="6070600"/>
                  </a:lnTo>
                  <a:lnTo>
                    <a:pt x="1064552" y="6083300"/>
                  </a:lnTo>
                  <a:close/>
                </a:path>
                <a:path w="1811019" h="7962900">
                  <a:moveTo>
                    <a:pt x="1317580" y="6578600"/>
                  </a:moveTo>
                  <a:lnTo>
                    <a:pt x="1313154" y="6578600"/>
                  </a:lnTo>
                  <a:lnTo>
                    <a:pt x="1311884" y="6565900"/>
                  </a:lnTo>
                  <a:lnTo>
                    <a:pt x="1317580" y="6578600"/>
                  </a:lnTo>
                  <a:close/>
                </a:path>
                <a:path w="1811019" h="7962900">
                  <a:moveTo>
                    <a:pt x="1341073" y="6616700"/>
                  </a:moveTo>
                  <a:lnTo>
                    <a:pt x="1334668" y="6616700"/>
                  </a:lnTo>
                  <a:lnTo>
                    <a:pt x="1333373" y="6604000"/>
                  </a:lnTo>
                  <a:lnTo>
                    <a:pt x="1341073" y="6616700"/>
                  </a:lnTo>
                  <a:close/>
                </a:path>
                <a:path w="1811019" h="7962900">
                  <a:moveTo>
                    <a:pt x="1476755" y="6832600"/>
                  </a:moveTo>
                  <a:lnTo>
                    <a:pt x="1469847" y="6832600"/>
                  </a:lnTo>
                  <a:lnTo>
                    <a:pt x="1468450" y="6819900"/>
                  </a:lnTo>
                  <a:lnTo>
                    <a:pt x="1476755" y="6832600"/>
                  </a:lnTo>
                  <a:close/>
                </a:path>
                <a:path w="1811019" h="7962900">
                  <a:moveTo>
                    <a:pt x="1673470" y="7112000"/>
                  </a:moveTo>
                  <a:lnTo>
                    <a:pt x="1665909" y="7112000"/>
                  </a:lnTo>
                  <a:lnTo>
                    <a:pt x="1664385" y="7099300"/>
                  </a:lnTo>
                  <a:lnTo>
                    <a:pt x="1673470" y="7112000"/>
                  </a:lnTo>
                  <a:close/>
                </a:path>
                <a:path w="1811019" h="7962900">
                  <a:moveTo>
                    <a:pt x="1805262" y="7277100"/>
                  </a:moveTo>
                  <a:lnTo>
                    <a:pt x="1797303" y="7277100"/>
                  </a:lnTo>
                  <a:lnTo>
                    <a:pt x="1795703" y="7264400"/>
                  </a:lnTo>
                  <a:lnTo>
                    <a:pt x="1805262" y="7277100"/>
                  </a:lnTo>
                  <a:close/>
                </a:path>
              </a:pathLst>
            </a:custGeom>
            <a:solidFill>
              <a:srgbClr val="FB60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283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A</a:t>
            </a:r>
            <a:r>
              <a:rPr spc="-5" dirty="0"/>
              <a:t>D</a:t>
            </a:r>
            <a:r>
              <a:rPr spc="-615" dirty="0"/>
              <a:t>V</a:t>
            </a:r>
            <a:r>
              <a:rPr spc="20" dirty="0"/>
              <a:t>A</a:t>
            </a:r>
            <a:r>
              <a:rPr spc="-5" dirty="0"/>
              <a:t>N</a:t>
            </a:r>
            <a:r>
              <a:rPr spc="-350" dirty="0"/>
              <a:t>T</a:t>
            </a:r>
            <a:r>
              <a:rPr spc="20" dirty="0"/>
              <a:t>A</a:t>
            </a:r>
            <a:r>
              <a:rPr spc="25" dirty="0"/>
              <a:t>G</a:t>
            </a:r>
            <a:r>
              <a:rPr spc="5" dirty="0"/>
              <a:t>E</a:t>
            </a:r>
            <a:r>
              <a:rPr dirty="0"/>
              <a:t>S</a:t>
            </a:r>
            <a:r>
              <a:rPr spc="-114" dirty="0"/>
              <a:t> </a:t>
            </a:r>
            <a:r>
              <a:rPr dirty="0"/>
              <a:t>&amp;</a:t>
            </a:r>
            <a:r>
              <a:rPr spc="-185" dirty="0"/>
              <a:t> </a:t>
            </a:r>
            <a:r>
              <a:rPr spc="-40" dirty="0"/>
              <a:t>LIMITATIONS</a:t>
            </a:r>
            <a:endParaRPr spc="-40" dirty="0"/>
          </a:p>
        </p:txBody>
      </p:sp>
      <p:sp>
        <p:nvSpPr>
          <p:cNvPr id="24" name="object 24"/>
          <p:cNvSpPr txBox="1"/>
          <p:nvPr/>
        </p:nvSpPr>
        <p:spPr>
          <a:xfrm>
            <a:off x="2673985" y="1659890"/>
            <a:ext cx="3157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5" dirty="0">
                <a:latin typeface="Times New Roman" panose="02020603050405020304"/>
                <a:cs typeface="Times New Roman" panose="02020603050405020304"/>
              </a:rPr>
              <a:t>ADVANTAGES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05176" y="2209038"/>
            <a:ext cx="13121005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20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3600" b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36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6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36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campus</a:t>
            </a:r>
            <a:r>
              <a:rPr sz="3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events</a:t>
            </a:r>
            <a:r>
              <a:rPr sz="36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place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5470" marR="92265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Reduces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dependency</a:t>
            </a:r>
            <a:r>
              <a:rPr sz="36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manual</a:t>
            </a:r>
            <a:r>
              <a:rPr sz="36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36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notice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boards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messages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5470" indent="-5721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Ensures</a:t>
            </a:r>
            <a:r>
              <a:rPr sz="36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35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6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3600"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6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sz="36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information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5470" indent="-57213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Improves</a:t>
            </a:r>
            <a:r>
              <a:rPr sz="36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sz="36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36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students</a:t>
            </a:r>
            <a:r>
              <a:rPr sz="36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organizers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5470" indent="-57213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Simplifies</a:t>
            </a:r>
            <a:r>
              <a:rPr sz="36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3600" spc="-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registration</a:t>
            </a:r>
            <a:r>
              <a:rPr sz="36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3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6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36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online</a:t>
            </a:r>
            <a:r>
              <a:rPr sz="36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5470" indent="-57213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3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student</a:t>
            </a:r>
            <a:r>
              <a:rPr sz="3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participation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events</a:t>
            </a:r>
            <a:r>
              <a:rPr sz="36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easily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accessible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06064" y="6599555"/>
            <a:ext cx="3099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5" dirty="0">
                <a:latin typeface="Times New Roman" panose="02020603050405020304"/>
                <a:cs typeface="Times New Roman" panose="02020603050405020304"/>
              </a:rPr>
              <a:t>LIMITATIONS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05810" y="7147762"/>
            <a:ext cx="1159637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835" indent="-5721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483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Requires</a:t>
            </a:r>
            <a:r>
              <a:rPr sz="3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stable</a:t>
            </a:r>
            <a:r>
              <a:rPr sz="36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internet</a:t>
            </a:r>
            <a:r>
              <a:rPr sz="3600" b="1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connection</a:t>
            </a:r>
            <a:r>
              <a:rPr sz="3600"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6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3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483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Basic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highly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modern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ct val="100000"/>
              </a:lnSpc>
              <a:buFont typeface="Arial MT"/>
              <a:buChar char="•"/>
              <a:tabLst>
                <a:tab pos="58483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Limited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36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(no</a:t>
            </a:r>
            <a:r>
              <a:rPr sz="36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mobile</a:t>
            </a:r>
            <a:r>
              <a:rPr sz="3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3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support)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584835" indent="-572135">
              <a:lnSpc>
                <a:spcPct val="100000"/>
              </a:lnSpc>
              <a:buFont typeface="Arial MT"/>
              <a:buChar char="•"/>
              <a:tabLst>
                <a:tab pos="58483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Notification</a:t>
            </a:r>
            <a:r>
              <a:rPr sz="36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6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(email/SMS)</a:t>
            </a:r>
            <a:r>
              <a:rPr sz="36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6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fully</a:t>
            </a:r>
            <a:r>
              <a:rPr sz="36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implemented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8984" y="3964304"/>
            <a:ext cx="7279640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40" dirty="0">
                <a:solidFill>
                  <a:srgbClr val="171717"/>
                </a:solidFill>
                <a:latin typeface="Trebuchet MS" panose="020B0603020202020204"/>
                <a:cs typeface="Trebuchet MS" panose="020B0603020202020204"/>
              </a:rPr>
              <a:t>Thank</a:t>
            </a:r>
            <a:r>
              <a:rPr sz="11150" i="1" spc="180" dirty="0">
                <a:solidFill>
                  <a:srgbClr val="171717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150" i="1" spc="520" dirty="0">
                <a:solidFill>
                  <a:srgbClr val="171717"/>
                </a:solidFill>
                <a:latin typeface="Trebuchet MS" panose="020B0603020202020204"/>
                <a:cs typeface="Trebuchet MS" panose="020B0603020202020204"/>
              </a:rPr>
              <a:t>yo</a:t>
            </a:r>
            <a:r>
              <a:rPr sz="11150" i="1" spc="-50" dirty="0">
                <a:solidFill>
                  <a:srgbClr val="171717"/>
                </a:solidFill>
                <a:latin typeface="Trebuchet MS" panose="020B0603020202020204"/>
                <a:cs typeface="Trebuchet MS" panose="020B0603020202020204"/>
              </a:rPr>
              <a:t>u</a:t>
            </a:r>
            <a:endParaRPr sz="1115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6270</Words>
  <Application>WPS Presentation</Application>
  <PresentationFormat>On-screen Show (4:3)</PresentationFormat>
  <Paragraphs>364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Cambria</vt:lpstr>
      <vt:lpstr>Arial</vt:lpstr>
      <vt:lpstr>Tahoma</vt:lpstr>
      <vt:lpstr>Arial MT</vt:lpstr>
      <vt:lpstr>Calibri</vt:lpstr>
      <vt:lpstr>Trebuchet MS</vt:lpstr>
      <vt:lpstr>Microsoft YaHei</vt:lpstr>
      <vt:lpstr>Arial Unicode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Architecture Diagram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 Tech Rangarajan Dr. Sagunthala R&amp;D Institute of Science and TechnologySchool of Computing</dc:title>
  <dc:creator/>
  <cp:lastModifiedBy>mahammad Siraj</cp:lastModifiedBy>
  <cp:revision>1</cp:revision>
  <dcterms:created xsi:type="dcterms:W3CDTF">2026-05-05T20:27:06Z</dcterms:created>
  <dcterms:modified xsi:type="dcterms:W3CDTF">2026-05-05T20:27:06Z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2026-05-06T05:30:00Z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2026-05-05T05:30:00Z</vt:filetime>
  </property>
  <property fmtid="{D5CDD505-2E9C-101B-9397-08002B2CF9AE}" pid="5" name="SourceModified">
    <vt:lpwstr>D:20260506001933+05'30'</vt:lpwstr>
  </property>
  <property fmtid="{D5CDD505-2E9C-101B-9397-08002B2CF9AE}" pid="6" name="ICV">
    <vt:lpwstr>EAB1182B82BC4E1485BD19752293067D_13</vt:lpwstr>
  </property>
  <property fmtid="{D5CDD505-2E9C-101B-9397-08002B2CF9AE}" pid="7" name="KSOProductBuildVer">
    <vt:lpwstr>1033-12.1.0.25862</vt:lpwstr>
  </property>
</Properties>
</file>